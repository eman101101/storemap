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" y="8595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SYSTEMS  ·  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 Planogram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Aisle Info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9C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pin coordinates drive three views — the 2D map dot, the 3D facing block, and the front-of-shelf planogram. Aisle ribbons add midpoint labels and hover-to-see contents.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driven by one pin coordinate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75838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≤40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75838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bays per shelf (meta, clamped)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4476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94476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aisle reach for contents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13114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3114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facing width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Shelf Planogram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COORDINATE, THREE VIEWS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dot → 3D block → planogram facing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Shelf Planogram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85466" cy="1051560"/>
          </a:xfrm>
          <a:prstGeom prst="roundRect">
            <a:avLst>
              <a:gd name="adj" fmla="val 4348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240258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product_locations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x, y on a floor (the pin)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88386" y="212598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53562" y="1600200"/>
            <a:ext cx="2585466" cy="1051560"/>
          </a:xfrm>
          <a:prstGeom prst="roundRect">
            <a:avLst>
              <a:gd name="adj" fmla="val 4348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5002" y="1673352"/>
            <a:ext cx="240258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map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on the shelf edge (shelfAnchor)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4748" y="212598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49924" y="1600200"/>
            <a:ext cx="2585466" cy="1051560"/>
          </a:xfrm>
          <a:prstGeom prst="roundRect">
            <a:avLst>
              <a:gd name="adj" fmla="val 4348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1364" y="1673352"/>
            <a:ext cx="240258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view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standing on that shelf face + pin dot at z 1.05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81110" y="212598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6286" y="1600200"/>
            <a:ext cx="2585466" cy="1051560"/>
          </a:xfrm>
          <a:prstGeom prst="roundRect">
            <a:avLst>
              <a:gd name="adj" fmla="val 4348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7726" y="1673352"/>
            <a:ext cx="240258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Planogram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inverse-rotate into the shelf frame → bay / level / facing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all three derive from the same coordinates, a shopper's map dot, the retailer's planogram and the 3D stocking never disagree.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11274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shelfAnchor finds the nearest shelf edge to a pin and its outward normal — the dot "sticks" to the face the item is stocked against.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computeShelfLayout works purely from the rect geometry + pins; meta only tunes bay/level counts.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that land outside the shelf (moved shelves) land in an "outside" list — the planogram says so instead of hiding them.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Inverse-rotate the pin into the shelf's frame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Shelf Planogram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583680" cy="3108960"/>
          </a:xfrm>
          <a:prstGeom prst="roundRect">
            <a:avLst>
              <a:gd name="adj" fmla="val 1765"/>
            </a:avLst>
          </a:prstGeom>
          <a:solidFill>
            <a:srgbClr val="15201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45920"/>
            <a:ext cx="6181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shelfLayout.ts — worldToShelfLocal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901952"/>
            <a:ext cx="6181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56816"/>
            <a:ext cx="618134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worldToShelfLocal(r, p) {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cx = r.x + r.w / 2, cy = r.y + r.h / 2;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 = (-r.rot * Math.PI) / 180;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x: r.w/2 + (p.x-cx)*cos(a) - (p.y-cy)*sin(a),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y: r.h/2 + (p.x-cx)*sin(a) + (p.y-cy)*cos(a),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local.x ∈ [0, w] → position along the shelf (u = x / w)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local.y ∈ [0, h] → depth; maps to a level on deep shelves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any rotation: a 45° aisle shelf sorts its pins exactly like an axis-aligned one.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clamps to [0, 1]; the bay index is floor(u × bayCount) — pins can't fall off the end.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pinInShelf applies a 0.35 m tolerance so edge pins still count as stocked.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554480"/>
            <a:ext cx="4389120" cy="4709160"/>
          </a:xfrm>
          <a:prstGeom prst="roundRect">
            <a:avLst>
              <a:gd name="adj" fmla="val 1250"/>
            </a:avLst>
          </a:prstGeom>
          <a:solidFill>
            <a:srgbClr val="152019"/>
          </a:solidFill>
          <a:ln/>
        </p:spPr>
      </p:sp>
      <p:sp>
        <p:nvSpPr>
          <p:cNvPr id="13" name="Text 11"/>
          <p:cNvSpPr/>
          <p:nvPr/>
        </p:nvSpPr>
        <p:spPr>
          <a:xfrm>
            <a:off x="7516368" y="164592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computeShelfLayout (shape)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16368" y="1901952"/>
            <a:ext cx="3986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6368" y="1956816"/>
            <a:ext cx="3986784" cy="419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bayCount = clampInt(meta.bays, 1, 40)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?? max(1, round(width / 1.25));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levelCount = clampInt(meta.levels, 1, 12)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?? 3;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facing = clampNum(meta.facing, 0.05, 3)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?? 0.32;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 / outside = partition(pins, pinInShelf)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slots = inside.map(pin =&gt; ({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u: local.x / width,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level: meta.shelf_level ??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(deep ? levelCount - floor(local.y/depth*levels) : 1),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bays = split by floor(u * bayCount), sorted by 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Retailer-tunable, clamped for safety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Shelf Planogram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7680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field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/ clamp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bays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(width ÷ 1.25 m), 1–40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vertical dividers along the shelf width; editor field "Bays"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 1–12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horizontal shelves; deep shelves map pin depth to a level automatically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 m, 0.05–3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width one product occupies on the planogram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shelf_level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per-pin override: pin a product to a specific level regardless of depth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20624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is a JSON string on the element — the element validator passes it through, clamps happen at read time (never crashes on junk).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editor's Shelf layout panel edits bays/levels live; "View shelf layout" previews exactly what shoppers see.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PLANOGRAM 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ShelfDetail — the front of the shelf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Shelf Planogram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 shelf on the public map (2D or 3D) to open it: bays as columns, levels as rows, each product drawn as a facing at its u position.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 chips list contents ("Bay 2: Popcorn", "empty") — clickable to focus the product on the map.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near but outside the footprint are counted honestly: "38 pinned products near this shelf sit outside its footprint".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Width, bays and level counts come from the layout computation — the popup can't disagree with the map.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editor's "View shelf layout" button opens the same component — what you tune is what shoppers get.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89120" cy="4572000"/>
          </a:xfrm>
          <a:prstGeom prst="roundRect">
            <a:avLst>
              <a:gd name="adj" fmla="val 1250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516368" y="169164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ShelfDetail (render shape)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16368" y="1947672"/>
            <a:ext cx="3986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6368" y="2002536"/>
            <a:ext cx="398678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layout = computeShelfLayout(shelf, pins);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&lt;planogram width={layout.width}&gt;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{layout.bays.map(bay =&gt;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&lt;bay from={bay.from} to={bay.to}&gt;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{bay.slots.map(slot =&gt;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&lt;facing u={slot.u}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level={slot.level}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w={slot.facingWidth}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color={product.color} /&gt;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&lt;/bay&gt;)}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&lt;/planogram&gt;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&lt;chips&gt;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{bays.map(b =&gt; b.slots.length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`Bay ${b.index+1}: ${names}`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`Bay ${b.index+1}: empty`)}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&lt;/chips&gt;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3D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blocks make fixtures look merchandised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Shelf Planogram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pinned product contributes a block standing on its shelf face: 0.9 m wide, z 0.32–1.18 m, offset 4 cm proud of the face along the anchor normal.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is the category color with a deterministic shade jitter from the pin coordinates — shelves look varied but stable across visits.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join the scene BSP: the exact depth order hides back-side blocks behind the shelf's own body with no culling code.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shelves (2+ m) show blocks on BOTH faces — the depth sort picks the visible side per camera.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667512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462686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453542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COUPLING NOTE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heights assume the 1.5 m shelf. Per-shelf heights (a planned feature) must derive these z values from the element, not hardcode them.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0" y="1600200"/>
            <a:ext cx="4389120" cy="4572000"/>
          </a:xfrm>
          <a:prstGeom prst="roundRect">
            <a:avLst>
              <a:gd name="adj" fmla="val 1250"/>
            </a:avLst>
          </a:prstGeom>
          <a:solidFill>
            <a:srgbClr val="152019"/>
          </a:solidFill>
          <a:ln/>
        </p:spPr>
      </p:sp>
      <p:sp>
        <p:nvSpPr>
          <p:cNvPr id="12" name="Text 10"/>
          <p:cNvSpPr/>
          <p:nvPr/>
        </p:nvSpPr>
        <p:spPr>
          <a:xfrm>
            <a:off x="7516368" y="169164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stockFaces + anchor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16368" y="1947672"/>
            <a:ext cx="3986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2002536"/>
            <a:ext cx="398678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geometry.ts — nearest edge + outward normal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shelfAnchor(p, elements, maxDist = 1.4):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shelf, each edge: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closestPointOnSegment(p, a, b)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keep the best (min distance)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x: q.x, y: q.y, nx, ny 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render3d.ts — the block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= -ny; ty = nx;              // tangent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 = anchor + normal * 0.04;    // proud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faces.push({ pts: [o ± tangent*0.45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at z 0.32 … 1.18],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fill: shade(color, jitter) });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AISLE INFO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on the line; hover shows what's in 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Shelf Planogram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aisleMidpoint returns the arc-length midpoint of the ribbon — always ON the line, unlike the vertex average (which leaves bent aisles).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2D the label renders there, uppercase with a white halo; in 3D a floating ≡ symbol marks the same spot with the label above it.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(2D: wide invisible hit path; 3D: the symbol, 16 px) opens the contents card.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aisleContents gathers pins within 2 m of the path — an aisle's width plus shopper reach — and groups them by category, biggest first.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shows up to 4 category chips with counts and the total: "Produce · 5, Dairy · 2 — 7 items within 2 m".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89120" cy="4572000"/>
          </a:xfrm>
          <a:prstGeom prst="roundRect">
            <a:avLst>
              <a:gd name="adj" fmla="val 1250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516368" y="169164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aisleInfo.ts (essentials)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16368" y="1947672"/>
            <a:ext cx="3986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6368" y="2002536"/>
            <a:ext cx="398678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AISLE_REACH_M = 2.0;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aisleContents(aisle, pins)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pts = polyPoints(aisle);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pin of pins)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(distToPolyline(pin, pts) &gt; REACH)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continue;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byCat[category] ++;      // color, count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examples.push(name);     // first 6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categories: sorted(byCat),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count, examples };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polyMidpoint: walk cum(arc) to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half the total length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Planogram rules this system keeps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176479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coordinate, all views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map, 3D stocking and planogram derive from the pin — they cannot disagree.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272491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is a first-class citizen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inverse-rotated local frames make 45° shelves exactly as correct as straight ones.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368503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Clamp at read time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values from the database are clamped before use; junk meta degrades, never crashes.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464515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honestly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pins are counted and disclosed, not hidden.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Shelf Planogram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StoreMap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Shelf Planogram</dc:subject>
  <dc:creator>StoreMap</dc:creator>
  <cp:lastModifiedBy>StoreMap</cp:lastModifiedBy>
  <cp:revision>1</cp:revision>
  <dcterms:created xsi:type="dcterms:W3CDTF">2026-10-16T21:00:06Z</dcterms:created>
  <dcterms:modified xsi:type="dcterms:W3CDTF">2026-10-16T21:00:06Z</dcterms:modified>
</cp:coreProperties>
</file>