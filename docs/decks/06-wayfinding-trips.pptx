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Wayfinding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Trips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0.25 m navigation grid rasterized from the floor's fixtures, a textbook A* with clearance, greedy multi-stop trips with turn-by-turn text, and a constant-pitch camera flight down the route.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grid cell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 clearance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octile heuristic, binary heap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ordered greedily per trip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Wayfinding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GRID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Rasterize the floor once, route many times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Wayfinding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buildNavGrid turns a floor into a blocked-cell bitmap: 0.25 m cells, walls and shelves block, everything else walks.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fixture inflates by the shopper clearance (0.3 m) — cells whose center sits inside the inflated body are blocked.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outside the floor slab are blocked, so routes never leave the building.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is cached per floor (useMemo) and reused by every route and trip computation — the E3 optimization.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29768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navgrid.ts (rasterize)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BLOCKING = new Set(['wall', 'shelf']);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el of elements)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(!BLOCKING.has(el.type)) continue;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bb = bboxOf(elementPoints(el));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(cells in bb inflated by clearance)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 = cellCenter(col, row);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(elementContains(el, c, clearance))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blocked[row * cols + col] = 1;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polyline walls block via distance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their segments — complex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footprints just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A*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 A*, minus the shortcuts that bite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Wayfinding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Octile heuristic (admissible)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8-directional grid; never overestimates → optimal paths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min-heap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set operations stay O(log n) on large stores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Diagonal corner-cut prevention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diagonal move is allowed only when both adjacent orthogonals are free — no squeezing through corners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Exact-goal pinning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goal cell is blocked, the nearest reachable cell to the goal is used instead of failing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Sealed-room behavior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unreachable goals return null; the UI degrades (no route badge) rather than lying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reuse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buildNavGrid per floor serves every search until the fixtures change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Property-style tests pin the guarantees: clearance sampling, sealed-room unreachability, endpoint pinning, and path-length optimality.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→ item, then smoothed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Wayfinding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x/y on the floor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9114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4290" y="160020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5730" y="167335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A*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cell → goal cell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6203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1379" y="160020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2819" y="167335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Unwrap cells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centers → polyline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3293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8469" y="160020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9909" y="167335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+ pin ends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entrance and item points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60382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5558" y="160020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6998" y="167335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badge: meters + walk minutes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 starts at the store's entrance marker — placed by the owner, so the walk starts where shoppers actually enter.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computeRoute returns the polyline plus distance; the badge shows meters and ≈ minutes at WALK_M_PER_MIN.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Multi-floor stores: the item's floor wins — the viewer switches floors and routes there.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engines draw the same polyline: SVG casing + orange line in 2D, a floor-hugging ribbon (gloss + dashes in retro) in 3D.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06640" y="2926080"/>
            <a:ext cx="4297680" cy="2926080"/>
          </a:xfrm>
          <a:prstGeom prst="roundRect">
            <a:avLst>
              <a:gd name="adj" fmla="val 1875"/>
            </a:avLst>
          </a:prstGeom>
          <a:solidFill>
            <a:srgbClr val="152019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301752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ViewerPage — one search, one route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07808" y="327355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3328416"/>
            <a:ext cx="389534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 = computeRoute(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locFloor,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elements.filter(e =&gt; e.floor_id === loc.floor_id),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x: loc.x, y: loc.y },        // goal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{},                            // options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navGrid ?? undefined           // cached grid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setRoute({ floorId: loc.floor_id,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points: r.points,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distanceM: r.distanceM });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MULTI-STOP TRIPS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the stops, then narrate every leg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Wayfinding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Shoppers queue items with the Trip button; computeTrip orders stops greedily (always travel to the nearest unvisited stop).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leg is routed on the same nav grid; total distance and minutes summarize the trip.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narration: one of 8 compass words (from the leg's angle, screen y-down corrected), the leg's meters, and the nearest labeled shelf — "120 m south past Dairy".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discs mark the stops on both engines; the trip panel lists removable steps with live distance updates.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readers get the whole trip as one aria-live sentence — stops, meters, minutes.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text (ViewerPage)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dirs = ['east', 'south-east', 'south',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'south-west', 'west', 'north-west',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'north', 'north-east'];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ang = Math.atan2(-dy, dx);  // screen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word = dirs[Math.round(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(ang / Math.PI) * 4 + 8) % 8];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`${dist} m ${word}` +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(near ? ` past ${near}` : '');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nearest labeled shelf within 6 m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of the leg's midpoint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FLIGHT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drone that holds one angle from takeoff to arrival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Wayfinding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900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25900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altitude above the path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75838" y="1417320"/>
            <a:ext cx="25900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m/s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75838" y="2075688"/>
            <a:ext cx="25900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speed (duration clamped 3–9 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4476" y="1417320"/>
            <a:ext cx="25900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94476" y="2075688"/>
            <a:ext cx="25900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pitch — atan2(8, 12)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13114" y="1417320"/>
            <a:ext cx="25900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13114" y="2075688"/>
            <a:ext cx="25900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ease-out approach glide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676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pathSampler arc-length parameterizes the route; at arc s the camera eye trails 4 m behind and looks 4 m ahead — the horizon stays stable.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seq gate: the first route drawn never auto-plays; only the ✈ Fly button (or F) starts the flight.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prefers-reduced-motion skips the flight entirely — the camera eases straight to the arrival overview.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pointer interaction cancels the flight (skip button too); arrival tweens to an overview framing of the item.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4297680" cy="3246120"/>
          </a:xfrm>
          <a:prstGeom prst="roundRect">
            <a:avLst>
              <a:gd name="adj" fmla="val 1690"/>
            </a:avLst>
          </a:prstGeom>
          <a:solidFill>
            <a:srgbClr val="152019"/>
          </a:solidFill>
          <a:ln/>
        </p:spPr>
      </p:sp>
      <p:sp>
        <p:nvSpPr>
          <p:cNvPr id="17" name="Text 15"/>
          <p:cNvSpPr/>
          <p:nvPr/>
        </p:nvSpPr>
        <p:spPr>
          <a:xfrm>
            <a:off x="7607808" y="315468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Map3D — camAtS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07808" y="341071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3465576"/>
            <a:ext cx="3895344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camAtS = (s) =&gt; camFromEyeLook(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x: sampler.at(s - EYE_BACK).x,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y: sampler.at(s - EYE_BACK).y,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z: EYE_Z },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x: sampler.at(s + LOOK_AHEAD).x,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y: sampler.at(s + LOOK_AHEAD).y,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z: LOOK_Z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approach glide → walk s(t) →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arrival overview tween. Every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rAF checks a cancellation flag.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Wayfinding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Rasterize once, route everywhere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nav grid is the single source of walkability for routes, trips and the flight.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lie to shoppers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unreachable goals return no route; clearance is real shopper width, not wishful thinking.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Narrate like a human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words plus the nearest labeled shelf beat coordinate dumps.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the user's motion settings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prefers-reduced-motion trades spectacle for comfort without losing function.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Wayfinding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Wayfinding</dc:subject>
  <dc:creator>StoreMap</dc:creator>
  <cp:lastModifiedBy>StoreMap</cp:lastModifiedBy>
  <cp:revision>1</cp:revision>
  <dcterms:created xsi:type="dcterms:W3CDTF">2026-10-16T21:00:05Z</dcterms:created>
  <dcterms:modified xsi:type="dcterms:W3CDTF">2026-10-16T21:00:05Z</dcterms:modified>
</cp:coreProperties>
</file>