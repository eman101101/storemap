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Sessions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Apple sign-in via full OIDC — state, nonce, JWKS verification — feeding stateless HMAC session cookies. Plus the gated dev/demo logins that make local work one click.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providers (Google, Apple)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HS256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signed, timing-safe verify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30/min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rate limit per IP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Authentication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OIDC round-trip — no library, hand-rolled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/auth/google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state+nonce cookie, redirect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2932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88108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9548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consent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Apple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53840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9016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0456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state echoed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4748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9924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1364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id_token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JWKS: sig, iss, aud, exp, nonce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15656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80832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2272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upsertUser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or create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46564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11740" y="1554480"/>
            <a:ext cx="1620012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03180" y="1627632"/>
            <a:ext cx="14371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st_session cookie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112745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and nonce travel to the browser in one short-lived cookie (st_oauth, 10 min) and must come back verbatim — double-submit CSRF protection.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posts back via response_mode=form_post; the same state check and JWKS verification apply to its ES256 id_token.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ES256 Apple client_secret JWT (from the .p8 key) is built on the fly for each token exchange.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about the user is trusted before the id_token clears signature, issuer, audience, expiry and nonce checks.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providers degrade gracefully: unconfigured buttons render disabled on /login with an explanatory note.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everything, trust nothing implicit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675120" cy="4206240"/>
          </a:xfrm>
          <a:prstGeom prst="roundRect">
            <a:avLst>
              <a:gd name="adj" fmla="val 1304"/>
            </a:avLst>
          </a:prstGeom>
          <a:solidFill>
            <a:srgbClr val="1520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lib/jwt.js + auth/google.js (essentials)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6272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56816"/>
            <a:ext cx="627278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provider public keys, fetched and cached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keys = await (await fetch(PROVIDER_JWKS)).json();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kid must match — no silent fallback to keys[0]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jwk = keys.find((k) =&gt; k.kid === header.kid);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(!jwk) throw new Error('unknown kid');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verifySignature(token, jwk);          // RSA / ES256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(payload.iss !== ISSUER)  throw …;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(payload.aud !== CLIENT_ID) throw …;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(payload.exp * 1000 &lt; Date.now()) throw …;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(payload.nonce !== expectedNonce) throw …;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160020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JWKS are fetched from the provider's certs endpoint per verification (cached) — no shared secret with the provider.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 is checked against this app's client id, so another app's token is rejected even if signed by the same provider.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 binds the token to this browser's authorization attempt — replayed tokens from another flow fail.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JWTs use the same verify path with a symmetric secret and timingSafeEqual on the signature.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 token in a hardened cookie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035040" cy="2743200"/>
          </a:xfrm>
          <a:prstGeom prst="roundRect">
            <a:avLst>
              <a:gd name="adj" fmla="val 2000"/>
            </a:avLst>
          </a:prstGeom>
          <a:solidFill>
            <a:srgbClr val="1520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5632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auth/session.js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563270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56816"/>
            <a:ext cx="563270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issueSession(res, userId)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now = Math.floor(Date.now() / 1000);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signHs256(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sub: userId, iat: now,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exp: now + config.sessionDays * 86400 },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config.sessionSecret   // required in prod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setCookie(res, 'st_session', token,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maxAge: config.sessionDays * 86400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Stateless: no session table — the signed user id is the session; logout just clears the cookie.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flags: HttpOnly (no JS access), SameSite=Lax (CSRF baseline), Path=/.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verifyHs256 recomputes the signature and compares with timingSafeEqual, guarding the length first.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expire after SESSION_DAYS (default 30); expired tokens fail the exp check in currentUser.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currentUser never throws — a tampered cookie simply yields req.user = null.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4937760" cy="2743200"/>
          </a:xfrm>
          <a:prstGeom prst="roundRect">
            <a:avLst>
              <a:gd name="adj" fmla="val 2000"/>
            </a:avLst>
          </a:prstGeom>
          <a:solidFill>
            <a:srgbClr val="15201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7728" y="1645920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lib/http.js — cookie hygiene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67728" y="1901952"/>
            <a:ext cx="453542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956816"/>
            <a:ext cx="453542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res.setHeader('Set-Cookie',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`${name}=${encodeURIComponent(v)}; ` +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`Path=/; Max-Age=${maxAge}; ` +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'HttpOnly; SameSite=Lax');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4526280"/>
            <a:ext cx="49377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17" name="Shape 15"/>
          <p:cNvSpPr/>
          <p:nvPr/>
        </p:nvSpPr>
        <p:spPr>
          <a:xfrm>
            <a:off x="6912864" y="467258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7077456" y="45811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is not appended behind a TLS proxy — add it for production deployments (code-review finding, unfixed).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human, many providers — upsertUser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675120" cy="4023360"/>
          </a:xfrm>
          <a:prstGeom prst="roundRect">
            <a:avLst>
              <a:gd name="adj" fmla="val 1364"/>
            </a:avLst>
          </a:prstGeom>
          <a:solidFill>
            <a:srgbClr val="15201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auth/session.js — upsertUser (abridged)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6272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56816"/>
            <a:ext cx="62727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· same identity signed in before?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provider = ? AND provider_sub = ?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update profile fields, done.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· same email from another provider → link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users SET provider = ?, provider_sub = ?,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= COALESCE(NULLIF(?, ''), name),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avatar_url = COALESCE(NULLIF(?, ''), avatar_url)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57150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makes repeat sign-ins idempotent — no duplicate rows per login.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means signing in with Apple after Google keeps the same account (and all its stores).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a fresh uuid row is inserted; provider + provider_sub is the immutable identity.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155448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13" name="Shape 11"/>
          <p:cNvSpPr/>
          <p:nvPr/>
        </p:nvSpPr>
        <p:spPr>
          <a:xfrm>
            <a:off x="7552944" y="170078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7717536" y="16093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linking does not check OIDC email_verified. An identity asserting a victim's email could take over the account. Fix: require the claim before linking.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WORKFLOWS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login and one-click demo login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/api/auth/dev-login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ENABLE_DEV_LOGIN=true (default outside prod)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Arbitrary email from the body → session; the e2e suite and local testing use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/api/auth/demo-login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form: signs in as the demo-map owner (annex@storemap.demo) so anyone can edit the seeded maps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NODE_ENV=production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refuse unless ENABLE_DEV_LOGIN is explicitly true — a config mistake fails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7764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login page renders the one-click "Open the demo maps" button whenever the server reports dev login enabled (GET /api/auth/me → providers.dev).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demo-login honors ?next= — "Edit map" on a demo store drops you straight into the editor after sign-in.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endpoints sit behind the shared login rate limiter (30 requests/min per IP).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protects the endpoints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326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limiting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In-memory fixed-window limiter (30/min) on all three login routes, keyed by req.ip; TRUST_PROXY makes the IP real behind proxies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CSRF 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SameSite=Lax cookies; OAuth state double-submitted via cookie; JSON-only APIs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handling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SESSION_SECRET required in production; Apple .p8 key from env with \n decoding; demo secrets never hardcoded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errors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failLogin clears the state cookie and redirects to /login?error=… — no stack traces, no provider details leaked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integrity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HS256 + timingSafeEqual; exp checked on every request in currentUser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Logged out by default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requireAuth on every owner route; public routes explicitly scoped to is_public =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gaps from the code review: cookie Secure flag behind TLS proxies, and JWKS kid fallback are tracked but not yet fixed.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tests pin down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Authentication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745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api.test.mjs drives the real app: dev-login issues a usable session; /api/auth/me echoes the user.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Unauthenticated access to every owner route is asserted (401), including uploads and the key API.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e2e journey signs in through dev-login and edits a store end to end on the built SPA.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login has its own test: session issued for annex@storemap.demo and /api/stores/mine is readable.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the Google and Apple callback flows have no automated tests — they are verified manually against real provider consoles.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4663440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test/api.test.mjs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4919472"/>
            <a:ext cx="10872216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974336"/>
            <a:ext cx="108722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test('demo login issues a session for the demo-map owner', async () =&gt;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call('/api/auth/demo-login', { method: 'POST'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assert.equal(res.status, 200);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me = await call('/api/auth/me', { cookie: sessionCookie(res.setCookie)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assert.equal(me.body.user.email, 'annex@storemap.demo');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whole token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signature, issuer, audience, expiry, nonce — every field, every login.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sessions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HS256 user-id tokens in HttpOnly cookies; no session table to scale or wipe.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conveniences refuse in production unless explicitly enabled; config mistakes stop the boot.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email_verified linking, Secure cookies and JWKS kid fallback are documented review findings.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Authentication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Authentication</dc:subject>
  <dc:creator>StoreMap</dc:creator>
  <cp:lastModifiedBy>StoreMap</cp:lastModifiedBy>
  <cp:revision>1</cp:revision>
  <dcterms:created xsi:type="dcterms:W3CDTF">2026-10-16T21:00:05Z</dcterms:created>
  <dcterms:modified xsi:type="dcterms:W3CDTF">2026-10-16T21:00:05Z</dcterms:modified>
</cp:coreProperties>
</file>