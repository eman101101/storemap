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Rendering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dependency-free software renderer on Canvas 2D: extruded polygons, a per-layer BSP for exact depth order, near-plane clipping, and two data-driven themes — modern and retro 2010s.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(no WebGL, no three.js)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in render3d.ts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in a typical scene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modern + retro 2010s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3D Rendering Engine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map elements to pixels, once per frame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buildSceneFaces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extrude elements to prisms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2932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88108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9548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subdivideFaces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quads &gt; 4 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53840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9016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0456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buildSceneBSP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depth tree (data change only)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4748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9924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1364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+ 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back-to-front, near-clip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15656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80832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2272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fills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flat-shaded polygons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46564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11740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03180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markers, pins, labels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1–3 are memoized on the data (floor, elements, theme) — camera motion never rebuilds geometry.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flat polygon ("Face"): world-space points, a pre-shaded fill color, an optional stroke, and a layer number.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overlay pass draws billboards that must never be occluded: entrance/exit poles, aisle symbols, product pins, labels.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11274552" cy="1783080"/>
          </a:xfrm>
          <a:prstGeom prst="roundRect">
            <a:avLst>
              <a:gd name="adj" fmla="val 3077"/>
            </a:avLst>
          </a:prstGeom>
          <a:solidFill>
            <a:srgbClr val="152019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617720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Map3D.tsx — memoization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4873752"/>
            <a:ext cx="108722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928616"/>
            <a:ext cx="1087221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sceneFaces = useMemo(() =&gt; buildSceneFaces(floor, elements, theme), [floor, elements, theme]);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bspInput   = useMemo(() =&gt; {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faces = [...sceneFaces, ...stockFaces(stocking, theme)];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(theme.retro) faces.push(...buildContactShadows(elements, theme));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(route?.length &gt; 1) faces.push(...routeFaces(route, theme));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faces;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[sceneFaces, stocking, route, theme, elements]);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sceneBSP   = useMemo(() =&gt; buildSceneBSP(bspInput), [bspInput]);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orbit model with hand-written projection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583680" cy="4114800"/>
          </a:xfrm>
          <a:prstGeom prst="roundRect">
            <a:avLst>
              <a:gd name="adj" fmla="val 1333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render3d.ts — toCamera / camToScreen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6181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618134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world → camera space (relative to the look-at target)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  = dx*cosY - dy*sinY;          // yaw about z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  = dx*sinY + dy*cosY;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 = dz*cosP - y1*sinP;          // pitch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= dist - y1*cosP - dz*sinP;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perspective divide (vertical FOV)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h/2 / tan(fov/2);             // ≈ focal length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 = w/2 + f * x1  / depth;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 = h/2 - f * up  / depth;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eye position (BSP traversal + picking need it)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 = { x: tx + dist*cosP*sinY,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y: ty + dist*cosP*cosY,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z: tz + dist*sinP 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600200"/>
            <a:ext cx="4389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is four numbers plus a target — {yaw, pitch, dist, tx/ty/tz} — shared with the parent so 2D↔3D toggles keep the angle.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points down (matching the 2D map), z is up; looking straight down reproduces the 2D layout exactly.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is clamped to 0.18–1.45 rad and distance to 3–160 m; fov defaults to 50°.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camFromEyeLook inverts the model — the flight mode specifies eye + look-at and gets the orbit numbers back.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through a wall and it keeps rendering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2D cannot skip a polygon that crosses the camera — the perspective divide explodes behind the near plane.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project() returns null per point when depth &lt; NEAR (0.25 m); a face with all points behind is skipped.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face straddling the camera is clipped in camera space, Sutherland–Hodgman style, against depth ≥ NEAR — the visible part survives.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makes the drone fly-through possible: the camera glides down aisles between shelf faces at 8 m altitude.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6675120" cy="1691640"/>
          </a:xfrm>
          <a:prstGeom prst="roundRect">
            <a:avLst>
              <a:gd name="adj" fmla="val 3243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663440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clipPolygonNear (essentials)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4919472"/>
            <a:ext cx="6272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974336"/>
            <a:ext cx="627278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edge (a → b):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 inside (depth ≥ NEAR) → emit a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a,b straddle → emit lerp(a, b, t at NEAR)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600200"/>
            <a:ext cx="4297680" cy="466344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3" name="Text 11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camera space?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002536"/>
            <a:ext cx="3895344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Clipping happens BEFORE the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perspective divide, in camera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space, against a single plane: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depth ≥ NEAR (0.25 m)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Interpolating x1/up/depth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linearly is exact here;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interpolating screen coords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the divide would bend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geometry.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 = 0.25 m — tight enough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aisles, loose enough to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precision artifacts.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makes centroid depth local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Painter's algorithms sort by face centroid. A 54 m wall's centroid sits mid-store — a shelf near its end could wrongly paint over the wall section in front of it.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subdivideFaces splits any quad longer than 4 m into a bilinear tile grid, so every centroid describes local depth.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solid faces (shelf caps) tile finely — 0.6 m along depth — so the sliver visible over a wall doesn't flip per whole tile (dashes).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hatch: a face needing &gt; 128 tiles passes through untiled rather than exploding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84632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499262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9011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count = ceil(len / 4 m) per axis, capped at 16 per axis. Caps get no outline — tiled caps would show strokes as grid lines.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97680" cy="429768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subdivideFaces (core)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002536"/>
            <a:ext cx="389534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 = clamp(ceil(uLen / 4));   // ≤ 16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 vTile = 4;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(horizontalSolid(f)) vTile = 0.6;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nv = clamp(ceil(vLen / vTile));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&lt; nu) for (j &lt; nv)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out.push({ ...face, pts: [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bil(u0, v0), bil(u1, v0),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bil(u1, v1), bil(u0, v1),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bilinear interpolation over the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corners — tiles span the quad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exactly (pinned by tests)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ORDERING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per-layer BSP gives exact back-to-front order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2D has no z-buffer — draw order IS the visibility. The BSP emits an order that is exact for any camera position.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 choice: the largest-area face; the split plane is its own plane (thinnest bounding axis). Faces straddling it are geometrically split.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are grouped by layer first (floor 0 → grid 0.25 → decals 0.5 → route 1 → solids 2); each layer gets its own tree.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cap 40: an unresolvable leaf keeps its faces and traversal sorts them by centroid depth — a painter's fallback that caps can never corrupt.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once per data change (never per frame); per-frame cost is a linear traversal from the eye.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97680" cy="429768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traverseFaceBSP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7808" y="2002536"/>
            <a:ext cx="389534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traverse(node, eye, out)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(!node) return;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at = axisValue(eye, node.axis);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(at &gt; node.split)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traverse(node.below,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emitLeaf(node.faces,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traverse(node.above,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traverse(node.above,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emitLeaf(node.faces,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traverse(node.below, eye, out);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far side of each plane first —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exact for any eye position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Boxes, caps and one directional light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brightness — the top must out-shine every side to read as a surface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15384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15384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brightness (retro splits sides into 1.05 / 0.66 gloss bands)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73568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73568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 stop below the cap — strict z separation for the BSP, zero visible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boxFaces extrudes any convex base: a full-size cap plus one side quad per edge (retro splits sides into sunlit band + shaded base).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Shading is one dot product: brightness = ambient + diffuse · |normal · light|, against a fixed upper-left key light.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 walls' 1 mm setback is why cap-vs-wall ordering is provably exact (no shared plane) — the earlier inset variant showed seams at close zoom.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TYPE_HEIGHT: wall 3.2 m, shelf 1.5 m; zones/aisles below 0.12 m render as flat decals instead of boxes.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152019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169164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boxFaces (shape)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99248" y="1947672"/>
            <a:ext cx="380390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002536"/>
            <a:ext cx="380390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WALL_SHORT = 0.001;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base.map(p =&gt; ({…p, z: height   }));  // cap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 = base.map(p =&gt; ({…p, z: height-ε}));  // wall tops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base.map(p =&gt; ({…p, z: 0}));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faces.push({ pts: t,           // cap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fill: lit(up, color, 1.18)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edge (i → j):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outwardNormal(b[i], b[j]);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faces.push({ pts: [wt[i], wt[j], b[j], b[i]],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fill: lit(n, color, 0.94) 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and Retro 2010s are pure data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MODERN_THEME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RETRO_THEME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pale neutral gradient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saturated blue → horizon haze (no sun — removed by request)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/ grid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bone white #F5F3EC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parchment #E9DCBA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.55 / diffuse 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.42 / diffuse .58 — punchier contrast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quad per 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two-tone gloss: sunlit band + shaded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decal per fixture, offset away from the light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orange ribbon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gloss strip + dashed centerline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white halo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halo + dark outline + cream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vignette under the overlay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are one object (MapTheme) threaded through every builder as an optional argument — the default is modern, so existing callers and pinned tests are untouched.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COMPOSITION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gets drawn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slab + 1 m grid lines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 as boxes: shelves 1.5 m, walls 3.2 m (polyline walls = chained thin boxes)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/ aisles as translucent decals at layer 0.5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ribbon + gloss + start/goal discs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blocks: one colored facing per pinned product, standing on its shelf face along the anchor normal (z 0.32–1.18 m)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pins: stocked items draw a dot ON the shelf face (z 1.05); free pins draw a pole + balloon; focused pins add a floor ring + label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/ exit / POI: ground disc + 2 m pole + glyph head ⬆ ⬇ ★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 symbols: floating ≡ disc at the aisle midpoint — hover shows the contents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depth-scaled (260/depth, clamped 8.5–14), deduped within 140 px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97680" cy="438912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 pass (hit-testing falls out)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7808" y="2002536"/>
            <a:ext cx="389534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drawn pin returns its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projected position — taps are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"nearest within 18 px":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hits.pins.push({ productId,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sx: dot.x, sy: dot.y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aisle symbols too: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hits.aisles.push({ elementId,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sx: top.x, sy: top.y });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that keeps 60 fps on cheap phones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Rendering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scenes peak around 2,000 faces — one fill each — comfortably inside Canvas 2D on a low-end device.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and the BSP rebuild only when the data changes; a camera drag is traverse → project → fill, no allocations in the hot path.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 on purpose: ctx.shadowBlur, ctx.filter, per-face gradients — each would multiply the fill cost or allocate per frame.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pixel ratio is capped at 2× — retina-sharp, but bounded fill area.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Two-tone gloss and contact shadows exist precisely to fake gradient looks with plain fills.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502920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517550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0840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polygons, never filters. Every visual effect in this engine is more correctly-ordered flat geometry.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97680" cy="438912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effect (Map3D)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002536"/>
            <a:ext cx="389534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dpr = min(2, devicePixelRatio);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canvas.width  = round(size.w * dpr);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canvas.height = round(size.h * dpr);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ctx.setTransform(dpr, 0, 0, dpr, 0, 0);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hitsRef.current = renderScene(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ctx, size.w, size.h, cam,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floor, elements,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bsp: sceneBSP, route, pins: pins3d,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theme, selectedId, hoverId,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[cam, size, floor, elements, pins,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focusPinId, route, sceneBSP, theme]);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ordering, no heuristics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 traversal + geometric splitting beats centroid sorts; depth-capped leaves fall back to centroid order.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separated coplanars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 1 mm below the cap: provable draw order with zero visible gap.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are geometry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gloss, shadows, gloss routes — all plain fills; no Canvas filters anywhere.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are data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MapTheme object switches the entire look without touching call sites.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3D Rendering Engine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3D Rendering Engine</dc:subject>
  <dc:creator>StoreMap</dc:creator>
  <cp:lastModifiedBy>StoreMap</cp:lastModifiedBy>
  <cp:revision>1</cp:revision>
  <dcterms:created xsi:type="dcterms:W3CDTF">2026-10-16T21:06:51Z</dcterms:created>
  <dcterms:modified xsi:type="dcterms:W3CDTF">2026-10-16T21:06:51Z</dcterms:modified>
</cp:coreProperties>
</file>