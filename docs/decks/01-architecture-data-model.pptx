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Model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Node.js process, one SQLite file, zero native dependencies. How a request travels from the browser to a byte-persisted map, and the rules that keep every store's data isolated.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modules under /api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file (WAL mode)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SQL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dependencies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Platform Architecture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origin, one process, four external services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93392"/>
            <a:ext cx="15819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/s/:slug any 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24460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2888" y="1920240"/>
            <a:ext cx="1764792" cy="1051560"/>
          </a:xfrm>
          <a:prstGeom prst="roundRect">
            <a:avLst>
              <a:gd name="adj" fmla="val 4348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1993392"/>
            <a:ext cx="15819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 editor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446020"/>
            <a:ext cx="502920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92040" y="16002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8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56632" y="170992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app (src/app.js)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56632" y="2002536"/>
            <a:ext cx="2505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 + CSP · JSON 2 MB · attachUser · 9 route modules · static SPA + /uploads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2446020"/>
            <a:ext cx="502920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21040" y="1600200"/>
            <a:ext cx="28346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0D8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85632" y="170992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node:sqlite (db.js)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85632" y="2002536"/>
            <a:ext cx="25054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storemap.db · WAL mode · FK on · 4 migrations · single writer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3794760"/>
            <a:ext cx="0" cy="457200"/>
          </a:xfrm>
          <a:prstGeom prst="line">
            <a:avLst/>
          </a:prstGeom>
          <a:noFill/>
          <a:ln w="12700">
            <a:solidFill>
              <a:srgbClr val="D8E0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519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43616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465429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cache + per-store purge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90288" y="3794760"/>
            <a:ext cx="0" cy="457200"/>
          </a:xfrm>
          <a:prstGeom prst="line">
            <a:avLst/>
          </a:prstGeom>
          <a:noFill/>
          <a:ln w="12700">
            <a:solidFill>
              <a:srgbClr val="D8E0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0128" y="42519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0" y="43616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74720" y="465429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media + backups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43216" y="3794760"/>
            <a:ext cx="0" cy="457200"/>
          </a:xfrm>
          <a:prstGeom prst="line">
            <a:avLst/>
          </a:prstGeom>
          <a:noFill/>
          <a:ln w="12700">
            <a:solidFill>
              <a:srgbClr val="D8E0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42519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27648" y="43616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Litestream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27648" y="465429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 replication to R2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96144" y="3794760"/>
            <a:ext cx="0" cy="457200"/>
          </a:xfrm>
          <a:prstGeom prst="line">
            <a:avLst/>
          </a:prstGeom>
          <a:noFill/>
          <a:ln w="12700">
            <a:solidFill>
              <a:srgbClr val="D8E0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15984" y="42519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9F0EA"/>
          </a:solidFill>
          <a:ln w="12700">
            <a:solidFill>
              <a:srgbClr val="E9F0EA"/>
            </a:solidFill>
            <a:prstDash val="solid"/>
          </a:ln>
          <a:effectLst>
            <a:outerShdw sx="100000" sy="100000" kx="0" ky="0" algn="bl" rotWithShape="0" blurRad="63500" dist="19050" dir="5400000">
              <a:srgbClr val="1D2A2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80576" y="436168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providers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180576" y="4654296"/>
            <a:ext cx="2322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Square, Shopify, Vend…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5577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browser loads — SPA, API, media — comes from one origin; only CDN and R2 sit in front of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LIFECYCLE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/api request walks the same gauntlet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CSP, nosniff, frame-deny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55448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2763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2 MB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express.json body limit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55448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2763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attachUser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st_session JWT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55448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2763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modules, /api prefix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554480"/>
            <a:ext cx="2006194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27632"/>
            <a:ext cx="182331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sqlite + sendJson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 apply to every response, not just APIs — CSP is script-src 'self' (no inline scripts anywhere).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attachUser never rejects: an invalid or expired cookie simply leaves req.user null; routes call requireAuth explicitly.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 are async wrappers (lib/http.js): a thrown error becomes a 500 JSON body — no HTML error pages, ever.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under /api/* gets Cache-Control: no-store; public reads opt back into caching explicitly (edgeCache).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/api endpoint → 404 {error} JSON; the SPA catch-all only serves GETs outside /api and /uploads.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11274552" cy="1600200"/>
          </a:xfrm>
          <a:prstGeom prst="roundRect">
            <a:avLst>
              <a:gd name="adj" fmla="val 3429"/>
            </a:avLst>
          </a:prstGeom>
          <a:solidFill>
            <a:srgbClr val="15201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663440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 (mounting)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4919472"/>
            <a:ext cx="108722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974336"/>
            <a:ext cx="1087221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app.use('/api', express.json({ limit: '2mb' }), attachUser);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app.use('/api/auth', authRoutes);      app.use('/api/public', publicRoutes);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app.use('/api/stores', storeRoutes);   app.use('/api/v1', v1Routes);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app.use('/api/floors', floorRoutes);   app.use('/api', catalogRoutes);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app.get('/uploads/:name', …);          // media, then SPA fallback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tables, one owner spine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65960" cy="1069848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3677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947672"/>
            <a:ext cx="1746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provider/sub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1600200"/>
            <a:ext cx="196596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63677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52928" y="1947672"/>
            <a:ext cx="1746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owner_id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slug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is_public, views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lat, lng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0" y="1600200"/>
            <a:ext cx="1965960" cy="1069848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63677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38928" y="1947672"/>
            <a:ext cx="1746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store_id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level, w/h 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background_url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196596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163677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map_elements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24928" y="1947672"/>
            <a:ext cx="1746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floor_id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CHECK(7)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CHECK(4)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 JSON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0" y="3520440"/>
            <a:ext cx="19659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35570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52928" y="3867912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store_id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color, icon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520440"/>
            <a:ext cx="1965960" cy="1069848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5570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38928" y="3867912"/>
            <a:ext cx="1746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store_id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category_id FK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sku, barcode, price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3520440"/>
            <a:ext cx="1965960" cy="1069848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4928" y="35570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product_locations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24928" y="3867912"/>
            <a:ext cx="1746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product_id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floor_id FK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rot, meta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120640"/>
            <a:ext cx="19659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1572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store_api_keys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5468112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key_hash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prefix, revoked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5120640"/>
            <a:ext cx="19659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51572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852928" y="5468112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UNIQUE(store,provider)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credentials, config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5120640"/>
            <a:ext cx="19659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51572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stock_levels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138928" y="5468112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 PK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quantity, reorder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0" y="5120640"/>
            <a:ext cx="1965960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F6F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5157216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458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stock_movements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24928" y="5468112"/>
            <a:ext cx="17465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delta, resulting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6B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source, created_at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14476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child table carries the store_id spine (or reaches it through one join) — that is what makes ownership checks one-liners.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450592" y="2103120"/>
            <a:ext cx="256032" cy="0"/>
          </a:xfrm>
          <a:prstGeom prst="line">
            <a:avLst/>
          </a:prstGeom>
          <a:noFill/>
          <a:ln w="12700">
            <a:solidFill>
              <a:srgbClr val="8A978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736592" y="2103120"/>
            <a:ext cx="256032" cy="0"/>
          </a:xfrm>
          <a:prstGeom prst="line">
            <a:avLst/>
          </a:prstGeom>
          <a:noFill/>
          <a:ln w="12700">
            <a:solidFill>
              <a:srgbClr val="8A978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22592" y="2103120"/>
            <a:ext cx="256032" cy="0"/>
          </a:xfrm>
          <a:prstGeom prst="line">
            <a:avLst/>
          </a:prstGeom>
          <a:noFill/>
          <a:ln w="12700">
            <a:solidFill>
              <a:srgbClr val="8A978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join, not a policy document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nested resource resolves through one helper that joins the owner — there is no per-route authorization logic to get wrong.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Cross-tenant access returns 404, not 403: existence of another user's resource is never revealed.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API re-scopes by is_public AND slug; the key-based v1 API re-scopes every product by store_id of the key.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pin the behavior: cross-user 404s, foreign-product stock rejection, revoked-key v1 access.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6126480" cy="2286000"/>
          </a:xfrm>
          <a:prstGeom prst="roundRect">
            <a:avLst>
              <a:gd name="adj" fmla="val 240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4069080"/>
            <a:ext cx="572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lib/ownership.js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4325112"/>
            <a:ext cx="57241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379976"/>
            <a:ext cx="57241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ownedStore(req, res, id)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store = db.prepare(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'SELECT s.* FROM stores s WHERE s.id = ? AND s.owner_id = ?'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).get(id, req.user.id);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(!store) sendJson(res, 404, { error: 'Not found'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store;   // caller returns early when null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554480"/>
            <a:ext cx="4873752" cy="4709160"/>
          </a:xfrm>
          <a:prstGeom prst="roundRect">
            <a:avLst>
              <a:gd name="adj" fmla="val 1165"/>
            </a:avLst>
          </a:prstGeom>
          <a:solidFill>
            <a:srgbClr val="152019"/>
          </a:solidFill>
          <a:ln/>
        </p:spPr>
      </p:sp>
      <p:sp>
        <p:nvSpPr>
          <p:cNvPr id="13" name="Text 11"/>
          <p:cNvSpPr/>
          <p:nvPr/>
        </p:nvSpPr>
        <p:spPr>
          <a:xfrm>
            <a:off x="7059168" y="1645920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routes/floors.js — the pattern everywhere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59168" y="1901952"/>
            <a:ext cx="44714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1956816"/>
            <a:ext cx="4471416" cy="419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PATCH /api/floors/:id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floor = ownedFloor(req, res, req.params.id);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(!floor) return;              // 404 already sent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elements resolve through floor → store → owner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db.prepare(`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me.* FROM map_elements me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floors f  ON f.id = me.floor_id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stores s  ON s.id = f.store_id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me.id = ? AND s.owner_id = ?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`).get(req.params.id, req.user.id);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v1 API does the same with the key's store: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'… WHERE p.id = ? AND p.store_id = ?'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.get(id, keyStore.id);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Synchronous, transactional, parameterized — always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node:sqlite is synchronous: a handler's reads and writes complete atomically on the event loop — no async gaps for races to sneak into.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Multi-statement writes (bulk element replace, store duplicate, stock adjust, migrations) are wrapped in explicit BEGIN / COMMIT / ROLLBACK.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parameterized statements; the only interpolated SQL fragments are code-owned identifiers and ? placeholders.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 journal mode + foreign_keys ON are set at open; migrations run in a transaction each and are recorded in a migrations table.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603504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" y="453542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44439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writer at a time. Correct for a single-node deploy; the day you need N app servers, the database moves first.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66560" y="1554480"/>
            <a:ext cx="4937760" cy="4572000"/>
          </a:xfrm>
          <a:prstGeom prst="roundRect">
            <a:avLst>
              <a:gd name="adj" fmla="val 1200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1645920"/>
            <a:ext cx="4535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routes/floors.js — bulk replace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67728" y="1901952"/>
            <a:ext cx="453542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1956816"/>
            <a:ext cx="453542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db.exec('BEGIN');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db.prepare('DELETE FROM map_elements WHERE floor_id = ?').run(floorId);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ins = db.prepare(`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INSERT INTO map_elements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(id, floor_id, type, shape, geometry,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label, color, meta, z_index)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(?,?,?,?,?,?,?,?,?)`);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el of rows) ins.run(…);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db.prepare('UPDATE stores SET updated_at = …').run(storeId);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db.exec('COMMIT');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(err) {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db.exec('ROLLBACK');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err;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cache for shoppers, ETags for editors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edit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mutation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8386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3562" y="155448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5002" y="162763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touchStore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updated_at + purge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49924" y="155448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1364" y="162763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Cache-Tag purge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 API, fire-and-forget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1110" y="201168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6286" y="155448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7726" y="162763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revalidate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shoppers see it in seconds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6858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store payload: s-maxage=300 + stale-while-revalidate=86400 + Cache-Tag store:&lt;id&gt; — one tag purge drops exactly that store.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responses are no-store by default; only /api/public/* opts in, so owner traffic never rides a cached response.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ETag = "v1-&lt;updated_at&gt;-&lt;floor/element/product/location counts&gt;": unchanged stores answer 304 with no payload.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images get immutable one-year cache — names are UUIDs, bytes never change under a URL.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4114800" cy="3017520"/>
          </a:xfrm>
          <a:prstGeom prst="roundRect">
            <a:avLst>
              <a:gd name="adj" fmla="val 1818"/>
            </a:avLst>
          </a:prstGeom>
          <a:solidFill>
            <a:srgbClr val="152019"/>
          </a:solidFill>
          <a:ln/>
        </p:spPr>
      </p:sp>
      <p:sp>
        <p:nvSpPr>
          <p:cNvPr id="20" name="Text 18"/>
          <p:cNvSpPr/>
          <p:nvPr/>
        </p:nvSpPr>
        <p:spPr>
          <a:xfrm>
            <a:off x="7790688" y="292608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lib/cdn.js + routes/stores.js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90688" y="3182112"/>
            <a:ext cx="371246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0688" y="3236976"/>
            <a:ext cx="371246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read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res.set('Cache-Control',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'public, max-age=0, s-maxage=300,' +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stale-while-revalidate=86400');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res.set('Cache-Tag', 'store:' + id);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editor revalidation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etag = `"v1-${store.updated_at}-${f}-${e}-${p}-${l}"`;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(req.headers['if-none-match'] === etag)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res.status(304).end();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fast, default local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SESSION_SECRET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(required in prod)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HMAC key for session cookies; boot throws in NODE_ENV=production without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DATA_DIR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./backend/data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file + uploads/ live here; created on boot; mount a volume in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PUBLIC_BASE_URL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Builds OAuth redirect URIs, share links, sitemap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ENABLE_DEV_LOGIN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outside prod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Passwordless testing login; never on in production unless explicitly true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R2_* (4 vars)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unset → local disk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Presence switches uploads + Litestream backups to Cloudflare R2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CF_ZONE_ID / CF_API_TOKEN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unset → no CDN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Enables Cache-Tag headers and per-store purge calls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TRUST_PROXY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behind TLS terminators so req.ip (rate limits) is the real client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MEASURED, NOT GUESSED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file actually delivers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 KB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store payload — 150 products, 34 fixtures, all pins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15384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~1.4k/s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15384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requests served on a laptop (concurrent, full stack)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73568" y="1417320"/>
            <a:ext cx="3529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973568" y="2075688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requests per shopper visit — search runs client-side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6576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Comfortable capacity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gives 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CDN (origin only)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~150–300 visits/sec 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event-loop saturation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Cloudflare on /api/public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effectively unbounded viewing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on the view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without CDN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thousands of visits/mo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proxies every byte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Photos via Cloudflare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effectively unbounded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real endpoint (node --input-type=module load script against a running server, Oct 2026). Cloud numbers are the laptop figure discounted 4–8× for a small cloud vCPU.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backend tests, and what they honestly cover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Platform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api.test.mjs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ownership 404s, CRUD, floors, snapshots, uploads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integrations.test.mjs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 normalisation, CSV round-trip, sync endpoints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stock.test.mjs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adjust/set ledger, foreign-product rejection, key revocation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r2.test.mjs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SigV4 request signing for R2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validate.test.mjs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geometry/shape validation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smoke.mjs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 the real server, walks the user journey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69164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gaps: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flows (Google/Apple) have no automated tests — verified manually.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secretbox encryption and the /uploads serving path (a P0 crash fix lives there) are untested.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and floor create/patch dimension checks are untested.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rules this codebase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writer, synchronous transactions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node:sqlite on the event loop; BEGIN/COMMIT around every multi-statement write.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structural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table carries the store spine; every route resolves through one owner-join helper; 404, never 403.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on purpose, not by accident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no-store; public reads opt into the edge; editors revalidate via count-based ETags.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 on config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SESSION_SECRET in production refuses to boot rather than degrading silently.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Platform Architecture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Platform Architecture</dc:subject>
  <dc:creator>StoreMap</dc:creator>
  <cp:lastModifiedBy>StoreMap</cp:lastModifiedBy>
  <cp:revision>1</cp:revision>
  <dcterms:created xsi:type="dcterms:W3CDTF">2026-10-16T21:06:51Z</dcterms:created>
  <dcterms:modified xsi:type="dcterms:W3CDTF">2026-10-16T21:06:51Z</dcterms:modified>
</cp:coreProperties>
</file>