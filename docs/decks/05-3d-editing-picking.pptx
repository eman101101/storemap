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" y="8595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SYSTEMS  ·  05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74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Editing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Picking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B9C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editor's 2D|3D toggle shares one element pipeline: ray-cast picking against extruded bodies, floor-plane dragging with grid snap, hover previews, and keyboard parity — all feeding the same undo and autosave.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 cast per hover / click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75838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0.25m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75838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grid snap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94476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420ms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094476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focus tweens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13114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13114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tests guarding it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 series  ·  3D Editing &amp; Picking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viewports, one pipeline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3D Editing &amp; Picking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006194" cy="1005840"/>
          </a:xfrm>
          <a:prstGeom prst="roundRect">
            <a:avLst>
              <a:gd name="adj" fmla="val 4545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73352"/>
            <a:ext cx="182331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EditorPage state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elements · selectedId · history · autosave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09114" y="210312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74290" y="1600200"/>
            <a:ext cx="2006194" cy="1005840"/>
          </a:xfrm>
          <a:prstGeom prst="roundRect">
            <a:avLst>
              <a:gd name="adj" fmla="val 4545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65730" y="1673352"/>
            <a:ext cx="182331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MapCanvas (2D SVG)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tools, handles, drafts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26203" y="210312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91379" y="1600200"/>
            <a:ext cx="2006194" cy="1005840"/>
          </a:xfrm>
          <a:prstGeom prst="roundRect">
            <a:avLst>
              <a:gd name="adj" fmla="val 4545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2819" y="1673352"/>
            <a:ext cx="182331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Map3D (Canvas)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mode: select / drag / hover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43293" y="210312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08469" y="1600200"/>
            <a:ext cx="2006194" cy="1005840"/>
          </a:xfrm>
          <a:prstGeom prst="roundRect">
            <a:avLst>
              <a:gd name="adj" fmla="val 4545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9909" y="1673352"/>
            <a:ext cx="182331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changeElements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· live · push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460382" y="210312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25558" y="1600200"/>
            <a:ext cx="2006194" cy="1005840"/>
          </a:xfrm>
          <a:prstGeom prst="roundRect">
            <a:avLst>
              <a:gd name="adj" fmla="val 4545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16998" y="1673352"/>
            <a:ext cx="182331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+ undo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for both views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11274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2D|3D toggle swaps only the viewport — selection, the side panel, undo and autosave are view-agnostic.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Map3D takes the same shape of callbacks as MapCanvas: onSelectElement, onElementsChange, plus onElementDrag for gesture deltas.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 stays 2D-only by design: switching to 3D forces the select tool, and a hint chip explains why.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11274552" cy="1691640"/>
          </a:xfrm>
          <a:prstGeom prst="roundRect">
            <a:avLst>
              <a:gd name="adj" fmla="val 3243"/>
            </a:avLst>
          </a:prstGeom>
          <a:solidFill>
            <a:srgbClr val="152019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709160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EditorPage — the drag contract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58368" y="4965192"/>
            <a:ext cx="10872216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5020056"/>
            <a:ext cx="1087221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dragElement3d = (id, dx, dy, phase) =&gt;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(phase === 'begin') dragOrig3d.current = elements.find((e) =&gt; e.id === id) ?? null;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orig = dragOrig3d.current;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(!orig || orig.id !== id) return;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changeElements(elements.map((e) =&gt; (e.id === id ? translateElement(orig, dx, dy) : e)), phase, 'move');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 vs prism — nearest hit wins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3D Editing &amp; Picking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75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screenRay builds the world ray through a pixel; pickFixture intersects it with every element's extruded body and keeps the nearest entry distance.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Bodies are convex prisms: rect footprints as-is, polygon footprints as-is, polyline walls per segment at their true 0.22 m thickness.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Clipping is Cyrus–Beck: the ray is cut by each face plane (normals oriented outward via the centroid) plus the z ∈ [0, h] slab.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markers pick within a 12 px radius of their projected head.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hulls: the previous picker used screen convex hulls + mean corner depth — the building-spanning outer wall swallowed every click.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1600200"/>
            <a:ext cx="4389120" cy="4480560"/>
          </a:xfrm>
          <a:prstGeom prst="roundRect">
            <a:avLst>
              <a:gd name="adj" fmla="val 1250"/>
            </a:avLst>
          </a:prstGeom>
          <a:solidFill>
            <a:srgbClr val="152019"/>
          </a:solidFill>
          <a:ln/>
        </p:spPr>
      </p:sp>
      <p:sp>
        <p:nvSpPr>
          <p:cNvPr id="9" name="Text 7"/>
          <p:cNvSpPr/>
          <p:nvPr/>
        </p:nvSpPr>
        <p:spPr>
          <a:xfrm>
            <a:off x="7516368" y="169164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rayPrismT (core loop)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16368" y="1947672"/>
            <a:ext cx="398678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16368" y="2002536"/>
            <a:ext cx="3986784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t0 = 1e-4, t1 = Infinity;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edge (a → b):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= outwardNormal(edge, centroid);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= n · (o - a);              // signed dist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dn = n · d;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(|dn| &lt; ε) { if (on &lt; 0) miss; }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= -on / dn;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dn &gt; 0 ? t1 = min(t1, t)   // exiting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: t0 = max(t0, t);  // entering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+ z-slab clip [0, h]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(t0 ≤ t1) return t0;          // entry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DRAGGING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Un-project the pointer onto the floor plane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3D Editing &amp; Picking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6583680" cy="3931920"/>
          </a:xfrm>
          <a:prstGeom prst="roundRect">
            <a:avLst>
              <a:gd name="adj" fmla="val 1395"/>
            </a:avLst>
          </a:prstGeom>
          <a:solidFill>
            <a:srgbClr val="152019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645920"/>
            <a:ext cx="6181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screenToWorldFloor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901952"/>
            <a:ext cx="618134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956816"/>
            <a:ext cx="6181344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camera-space point on the ray at depth f: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x1 = sx - w/2;  up = h/2 - sy;  q = f - dist;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pitch inverse (toCamera's linear part is its own inverse):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dz =  cosP*up - sinP*q;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 = -sinP*up - cosP*q;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yaw inverse: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dx =  x1*cosY + y1*sinY;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 = -x1*sinY + y1*cosY;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world point at depth f, then ray → plane z = 0: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= target + (dx, dy, dz);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 = P1 - eye;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-eye.z / dir.z;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eye + t * dir;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1600200"/>
            <a:ext cx="4389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Round-trip tested: project(world) → screenToWorldFloor reproduces the world point at five cameras to 3 decimals.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drag stores the grab point once; each move reports the snapped delta from it — so the element never drifts with floating-point noise.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Deltas apply to the gesture-start snapshot (orig), not the live element, so consecutive live events compose exactly.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0" y="4754880"/>
            <a:ext cx="4389120" cy="658368"/>
          </a:xfrm>
          <a:prstGeom prst="roundRect">
            <a:avLst>
              <a:gd name="adj" fmla="val 6944"/>
            </a:avLst>
          </a:prstGeom>
          <a:solidFill>
            <a:srgbClr val="FBEAE3"/>
          </a:solidFill>
          <a:ln/>
        </p:spPr>
      </p:sp>
      <p:sp>
        <p:nvSpPr>
          <p:cNvPr id="13" name="Shape 11"/>
          <p:cNvSpPr/>
          <p:nvPr/>
        </p:nvSpPr>
        <p:spPr>
          <a:xfrm>
            <a:off x="7461504" y="4901184"/>
            <a:ext cx="91440" cy="9144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4" name="Text 12"/>
          <p:cNvSpPr/>
          <p:nvPr/>
        </p:nvSpPr>
        <p:spPr>
          <a:xfrm>
            <a:off x="7626096" y="48097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  </a:t>
            </a:r>
            <a:pPr indent="0" marL="0">
              <a:buNone/>
            </a:pPr>
            <a:r>
              <a:rPr lang="en-US" sz="10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Pixels above the horizon return null — the ray never meets the floor (guarded, unit-tested).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&amp; HOVER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what is — and what would be — selected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3D Editing &amp; Picking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75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Thick dashed orange outline around the element's cap plus a 10% tint — visible from any angle, drawn in the overlay pass so it never fights the BSP.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elements (entrance/exit/POI) get a dashed circle around their marker instead.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preview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pointermove ray-picks; the candidate element gets a thin solid outline, the cursor becomes "move", and a label chip shows the element's label or type.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Hovering the currently-selected element shows no extra chrome — the selection outline is already there.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 shares the picker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Tapping a shelf in the public 3D view opens its planogram popup; hovering shows the pointer cursor over tappable shelves.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1600200"/>
            <a:ext cx="4389120" cy="4572000"/>
          </a:xfrm>
          <a:prstGeom prst="roundRect">
            <a:avLst>
              <a:gd name="adj" fmla="val 1250"/>
            </a:avLst>
          </a:prstGeom>
          <a:solidFill>
            <a:srgbClr val="152019"/>
          </a:solidFill>
          <a:ln/>
        </p:spPr>
      </p:sp>
      <p:sp>
        <p:nvSpPr>
          <p:cNvPr id="9" name="Text 7"/>
          <p:cNvSpPr/>
          <p:nvPr/>
        </p:nvSpPr>
        <p:spPr>
          <a:xfrm>
            <a:off x="7516368" y="169164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Map3D — the hover path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16368" y="1947672"/>
            <a:ext cx="398678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16368" y="2002536"/>
            <a:ext cx="3986784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pointermove with no buttons: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pick = fixtureAt(px, py);   // ray pick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setHoverPick(edit &amp;&amp; pick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 { id: pick.elementId, sx: px, sy: py }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null);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renderScene draws it: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renderScene(…,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selectedId: edit ? selectedId : null,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hoverId:     edit ? hoverPick?.id : null,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tooltip chip next to the cursor: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class="pick-tip"&gt;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{element.label || element.type}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the fixture, orbit the world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3D Editing &amp; Picking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9144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Gesture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 in 3D edit mode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Pointer-down on a fixture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selects it (panel + outline update) and arms a floor-plane drag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Dragging on a fixture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snapped translate, live; release commits the undo entry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Pointer-down on empty space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orbit (yaw/pitch) — same as the viewer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fingers / wheel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pinch-zoom + sideways pan / exponential zoom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· Delete · arrows · Esc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rotate 90° · delete · nudge (grid, Shift = 1 m) · deselect — identical to 2D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Outline / panel selection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 tweens its target to the element (420 ms, ease-out); Fit refits the floor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Pointer capture is best-effort (wrapped) so synthetic and automated pointers degrade gracefully instead of crashing handlers.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picking and unprojection tests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3D Editing &amp; Picking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75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Unprojection round-trips at five cameras (default, yaw 0, from west, low pitch, close-in) — project → un-project reproduces the world point.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Rays above the horizon return null; ground pixels still resolve at the same pitch.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Picking: the shelf through its front face beats the wall behind it; the wall is picked when clicked away from fixtures.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Occlusion: at a low camera, a near shelf blocks a far shelf's face — the near one wins where it covers, the far one wins where it doesn't.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markers pick within their head radius; sky rays return null.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1600200"/>
            <a:ext cx="4389120" cy="4480560"/>
          </a:xfrm>
          <a:prstGeom prst="roundRect">
            <a:avLst>
              <a:gd name="adj" fmla="val 1250"/>
            </a:avLst>
          </a:prstGeom>
          <a:solidFill>
            <a:srgbClr val="152019"/>
          </a:solidFill>
          <a:ln/>
        </p:spPr>
      </p:sp>
      <p:sp>
        <p:nvSpPr>
          <p:cNvPr id="9" name="Text 7"/>
          <p:cNvSpPr/>
          <p:nvPr/>
        </p:nvSpPr>
        <p:spPr>
          <a:xfrm>
            <a:off x="7516368" y="169164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render3d.test.ts (extract)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16368" y="1947672"/>
            <a:ext cx="398678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16368" y="2002536"/>
            <a:ext cx="3986784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it('occlusion: nearer shelf wins', () =&gt;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elements = [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shelf, x: 4,  y: 20, w: 18 },  // far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shelf, x: 11, y: 25, w: 3 },   // near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cam = { yaw: -0.62, pitch: 0.18,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dist: 8, tx: 16, ty: 20 };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ray through the far row where the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near row blocks it: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expect(pick(13, 20.7)).toBe(near.id);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…and where it doesn't: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expect(pick(5, 20.7)).toBe(far.id);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editing rules this system keeps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34440" y="176479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pipeline, two viewports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selection, history and autosave are view-agnostic — 3D is a lens on the same document.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34440" y="272491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against real geometry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ray-vs-prism with exact occlusion; heuristics that "mostly work" are bugs in waiting.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368503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Deltas from gesture start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snapped, snapshot-applied deltas make drags deterministic and undo exact.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34440" y="464515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before commit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outlines and label chips mean the click is never a surprise.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 series  ·  3D Editing &amp; Picking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StoreMap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3D Editing &amp; Picking</dc:subject>
  <dc:creator>StoreMap</dc:creator>
  <cp:lastModifiedBy>StoreMap</cp:lastModifiedBy>
  <cp:revision>1</cp:revision>
  <dcterms:created xsi:type="dcterms:W3CDTF">2026-10-16T21:06:51Z</dcterms:created>
  <dcterms:modified xsi:type="dcterms:W3CDTF">2026-10-16T21:06:51Z</dcterms:modified>
</cp:coreProperties>
</file>