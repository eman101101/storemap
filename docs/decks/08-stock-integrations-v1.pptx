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" y="8595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SYSTEMS  ·  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Stock, Integrations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the v1 API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9C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movement-ledger stock model, one-click sync from eight POS providers and CSV, and an independent key-based API any external system can read and write stock through.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+ generic StockTrack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75838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75838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endpoints: adjust &amp; set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4476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94476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key-based REST API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13114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3114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+ integration tests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Stock &amp; Integrations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ledger, not a counter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Stock &amp; Integrations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stock_levels holds one row per product: quantity, reorder point, updated_at — the fast read.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appends to stock_movements: delta, resulting_quantity, reason, source (manual, pos, api…) — the audit trail.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applies a delta (sales, breakage, deliveries); Set writes an absolute count — both record a movement.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lists movements per product with source and time; the v1 API enforces the same ledger semantics.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products are rejected at the ownership join — a key or user can only move stock of their own store.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89120" cy="4480560"/>
          </a:xfrm>
          <a:prstGeom prst="roundRect">
            <a:avLst>
              <a:gd name="adj" fmla="val 1250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516368" y="169164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lib/stock.js — adjust (shape)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16368" y="1947672"/>
            <a:ext cx="3986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6368" y="2002536"/>
            <a:ext cx="398678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BEGIN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lvl = getLevel(productId);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delta = Number(input.delta);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lvl.quantity + delta;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upsertLevel(productId, result);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insertMovement({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productId, delta,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resulting: result,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reason: input.reason || '',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source:  input.source || 'manual',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touchStore(storeId);      // cache purge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ENDPOINTS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verbs, one ledger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Stock &amp; Integrations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  <a:gridCol w="7132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/api/stores/:id/stock/adjust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 productId, delta, reason? }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 applied (can be negative); movement recorded with source "manual"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/api/stores/:id/stock/set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 productId, quantity, reason? }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absolute set; delta computed so the ledger stays truthful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/api/stores/:id/stock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levels joined with products + locations for the dashboard table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2062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write endpoints validate ownership of the product (through the store spine) and bump the store for cache purge.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once, sync on demand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Stock &amp; Integrations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credentials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provider form, stored on the integration row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09114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74290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5730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now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fetchProducts(creds)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6203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91379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2819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shape: sku, barcode, name, brand, price, quantity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43293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8469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9909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Upsert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by sku → barcode → name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60382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25558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16998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/ updated counts, last_sync_at, last_error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11274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integration row per (store, provider) — UNIQUE constraint; re-saving credentials updates in place.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Quantities from the provider flow through the same ledger as manual edits (source = provider name).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store bumps its cache/ETag on sync, so shopper-facing prices update immediately.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adapters, one interface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Stock &amp; Integrations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Square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token (+ location)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catalog list + inventory counts, sandbox option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Shopify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API token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products.json pagination via Link headers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Lightspeed (Vend)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prefix + token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X-Series products &amp; inventory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+ token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items and stock counts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Katana MRP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token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inventory + products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Zoho Inventory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 + token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 selects the data-center domain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ERPNext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URL + key:secret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self-hosted friendly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StockTrack / CSV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 / paste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adapter + pasted CSV for everything else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 receive fetchImpl as a parameter — tests inject a mock transport, no network needed (8 integration tests).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WATCH-OUTS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findings from the code review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Stock &amp; Integrations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745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 surface: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URLs are built from user-supplied credentials (shopDomain, baseUrl…) with no host allowlist — a signed-in user can point a sync at internal services.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messages reflect up to 200 chars of the provider response body — an internal payload could leak back to the attacker.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fetches have no timeout; a hanging provider pins the request.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fixes: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 per-provider host suffixes (.myshopify.com, .vendhq.com…), https-only absolute URLs, private-range blocking, and AbortSignal.timeout on every fetch.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tracked: the v1 API accepts negative prices (the UI route rejects them) — clamp at the adapter/upsert layer.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universal interchange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Stock &amp; Integrations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Export: GET /api/stores/:id/catalog.csv streams the catalog in a stable column order — sku, barcode, name, brand, price, quantity, category, location…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Import: paste CSV in the Stock tab; parseCsv maps headers tolerantly and runs the same upsert path as providers.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Round-trip tested: export → import preserves the catalog (integration tests).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89120" cy="3108960"/>
          </a:xfrm>
          <a:prstGeom prst="roundRect">
            <a:avLst>
              <a:gd name="adj" fmla="val 1765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516368" y="169164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catalog.csv (export, sample)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16368" y="1947672"/>
            <a:ext cx="3986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6368" y="2002536"/>
            <a:ext cx="398678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sku,barcode,name,brand,price,quantity,…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DAI-001,,Organic Whole Milk 1L,GreenVale,3.49,14,…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DAI-002,,Oat Drink Barista 1L,Meadow,2.79,8,…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SNA-017,,Sea Salt Crisps 150g,Olympus,1.99,32,…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667512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412394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403250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cells are not formula-neutralized (=, +, - prefixes) — values are owner-controlled and owner-facing, but worth adding before wider exports.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STOCKTRACK V1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key-based API any system can talk to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Stock &amp; Integrations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8412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/api/v1/store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key's store profile (name, slug, currency…)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/api/v1/products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catalog with stock levels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/api/v1/stock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levels only (light payload for polling)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/api/v1/products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upsert product + stock in one call — matched by sku → barcode → name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/api/v1/stock/adjust · /set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ledger movements with source "api"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/api/v1/map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public map payload (fixtures, pins) for kiosk or third-party UIs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61772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Authorization: Bearer skm_… or X-API-Key; keys are stored as hashes (key_hash UNIQUE) with a visible prefix for the dashboard list.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lookup re-scopes by the key's store_id; revoking a key kills access instantly (tested).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last_used_at updates per request — the dashboard shows which integrations are actually alive.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rules this system keeps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176479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ledger is the truth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— manual, POS, CSV, API — is a movement with a resulting quantity.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272491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 are swappable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normalised shape; fetchImpl injection makes them testable without network.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368503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access is scoped and revocable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hashed keys, store-scoped queries, instant revocation.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464515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are tracked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 hardening and negative-price clamping are documented, owned fixes.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Stock &amp; Integrations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StoreMap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Stock &amp; Integrations</dc:subject>
  <dc:creator>StoreMap</dc:creator>
  <cp:lastModifiedBy>StoreMap</cp:lastModifiedBy>
  <cp:revision>1</cp:revision>
  <dcterms:created xsi:type="dcterms:W3CDTF">2026-10-16T21:00:06Z</dcterms:created>
  <dcterms:modified xsi:type="dcterms:W3CDTF">2026-10-16T21:00:06Z</dcterms:modified>
</cp:coreProperties>
</file>