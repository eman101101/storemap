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2D Map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SVG canvas that draws, moves, rotates and autosaves every wall, shelf and aisle — with a gesture history model that makes undo exactly reversible and autosave invisible when it works.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from select to aisle-pair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phases: begin / live / push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700ms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 debounce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per save (bulk elements)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2D Map Editor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ANATOMY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SVG, seven stacked layers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146304" cy="146304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727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image + slab rect + 1 m / 5 m grid patterns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49424"/>
            <a:ext cx="146304" cy="146304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ElementNodes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walls, shelves, zones, aisles, markers — rect / polyline / polygon / point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71216"/>
            <a:ext cx="146304" cy="146304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163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Multi-select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outlines for the shift-click group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93008"/>
            <a:ext cx="146304" cy="146304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3814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rect preview, dashed polyline + vertex dots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46304" cy="146304"/>
          </a:xfrm>
          <a:prstGeom prst="rect">
            <a:avLst/>
          </a:prstGeom>
          <a:solidFill>
            <a:srgbClr val="8A978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5993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+ trips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casing + orange line, start dot, numbered stop discs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36592"/>
            <a:ext cx="146304" cy="14630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6817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pins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dots snapped to shelf faces via shelfAnchor, focus pulse 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358384"/>
            <a:ext cx="146304" cy="146304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3035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overlay   </a:t>
            </a:r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resize handles + rotation handle, screen-constant sizes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06640" y="1572768"/>
            <a:ext cx="4297680" cy="4206240"/>
          </a:xfrm>
          <a:prstGeom prst="roundRect">
            <a:avLst>
              <a:gd name="adj" fmla="val 1304"/>
            </a:avLst>
          </a:prstGeom>
          <a:solidFill>
            <a:srgbClr val="152019"/>
          </a:solidFill>
          <a:ln/>
        </p:spPr>
      </p:sp>
      <p:sp>
        <p:nvSpPr>
          <p:cNvPr id="22" name="Text 20"/>
          <p:cNvSpPr/>
          <p:nvPr/>
        </p:nvSpPr>
        <p:spPr>
          <a:xfrm>
            <a:off x="7607808" y="1664208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MapCanvas.tsx — the world transform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07808" y="1920240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1975104"/>
            <a:ext cx="3895344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 transform={translate(${viewport.tx}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${viewport.ty})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scale(${viewport.scale})}&gt;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…everything draws in world meters…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&lt;/g&gt;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screen → world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toWorld(e) = {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x: (e.clientX - rect.left - vp.tx) / vp.scale,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y: (e.clientY - rect.top  - vp.ty) / vp.scale,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and labels counter-scale (4.5 / scale px) so they stay constant size at any zoom.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MODEL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pointer state machine per gesture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6675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space / middle button / shift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translates viewport; a click without movement deselects (or opens the tapped shelf in the viewer)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/ move-many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on element (or group)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snapped translate from the gesture-start snapshot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a handle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resizeRect in the rect's local frame, min size 0.15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the round handle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rotateRectTo pointer angle; Shift snaps to 15°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draw-rect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with a shape 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dashed preview; commit on release (tiny drag = default 2×1 m shelf)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move-pin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a product pin (Products filter)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snapped; release commits via API; click selects the 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zoom around the gesture midpoint; suppresses the next click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pointerdown chooses the interaction once; pointermove and pointerup only serve it — no mode flags scattered across handlers.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/ REDO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· live · push — one undo entry per gesture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550920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3368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change of a gesture — pushes pre-drag snapshot to history.past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3840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9016" y="1600200"/>
            <a:ext cx="3550920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0456" y="1673352"/>
            <a:ext cx="3368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subsequent pointermove — applies silently, no history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15656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0832" y="1600200"/>
            <a:ext cx="3550920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2272" y="1673352"/>
            <a:ext cx="3368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— labels the undo entry (e.g. "move")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pre-drag snapshot is captured at pointerdown into the interaction object — immune to stale closures during the drag.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pops history.past into history.future; redo is the mirror image. Per-floor history resets on floor switch.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is floors-scoped: changeElements filters the floor's elements before swapping, so other floors are untouched.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undo (Cmd/Ctrl+Z, Shift for redo) lives in EditorPage; MapCanvas owns the R / Delete / arrow shortcuts.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06640" y="2926080"/>
            <a:ext cx="4297680" cy="2834640"/>
          </a:xfrm>
          <a:prstGeom prst="roundRect">
            <a:avLst>
              <a:gd name="adj" fmla="val 1935"/>
            </a:avLst>
          </a:prstGeom>
          <a:solidFill>
            <a:srgbClr val="152019"/>
          </a:solidFill>
          <a:ln/>
        </p:spPr>
      </p:sp>
      <p:sp>
        <p:nvSpPr>
          <p:cNvPr id="17" name="Text 15"/>
          <p:cNvSpPr/>
          <p:nvPr/>
        </p:nvSpPr>
        <p:spPr>
          <a:xfrm>
            <a:off x="7607808" y="30175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MapCanvas — a gesture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07808" y="327355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07808" y="3328416"/>
            <a:ext cx="38953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(it.kind === 'move')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it.moved = true;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dx = snap(it.start.x + (w.x - it.start.x), grid)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 it.start.x;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dy = snap(it.start.y + (w.y - it.start.y), grid)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 it.start.y;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replaceElement(translateElement(it.orig, dx, dy),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it.began ? 'live' : 'begin');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it.began = true;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and it's saved — 700 ms later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edit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dirtyRef = true, state "dirty"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8386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3562" y="160020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5002" y="167335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ms debounce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timer on (state, elements)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4748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49924" y="160020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1364" y="167335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elements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floor row set, one request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1110" y="205740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46286" y="1600200"/>
            <a:ext cx="2585466" cy="914400"/>
          </a:xfrm>
          <a:prstGeom prst="roundRect">
            <a:avLst>
              <a:gd name="adj" fmla="val 5000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7726" y="1673352"/>
            <a:ext cx="240258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✓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state offers a retry badge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PUT replaces the floor's whole element set server-side inside one transaction — the map is never half-saved.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beforeunload warns while dirtyRef is set; switching floors saves first (await saveNow()).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badge states: Saved ✓ · Saving… · dirty pulse · error (click to retry).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685800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" y="485546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76402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edit made while a PUT is in flight can be marked saved without uploading (the in-flight resolution clears the dirty flag). Tracked as a review finding.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2880360"/>
            <a:ext cx="4297680" cy="2880360"/>
          </a:xfrm>
          <a:prstGeom prst="roundRect">
            <a:avLst>
              <a:gd name="adj" fmla="val 1905"/>
            </a:avLst>
          </a:prstGeom>
          <a:solidFill>
            <a:srgbClr val="152019"/>
          </a:solidFill>
          <a:ln/>
        </p:spPr>
      </p:sp>
      <p:sp>
        <p:nvSpPr>
          <p:cNvPr id="23" name="Text 21"/>
          <p:cNvSpPr/>
          <p:nvPr/>
        </p:nvSpPr>
        <p:spPr>
          <a:xfrm>
            <a:off x="7607808" y="297180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EditorPage — saveNow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07808" y="322783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07808" y="3282696"/>
            <a:ext cx="389534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saveNow = async () =&gt;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(!floor || !dirtyRef.current) return;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setSaveState('saving');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api.saveElements(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floor.id,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floorElements.map(elementToRow)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dirtyRef.current = false;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setSaveState('saved');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{ setSaveState('error'); 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tools, one TOOL_DEF table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7498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move/resize/rotate/multi-select; pick filter Fixtures vs Products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shelf / wall / zone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to draw; click = default 2×1 m; typed by TOOL_DEF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aisle-pair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 ×2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drag one row — the facing row appears 1.5 m across the aisle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wall-line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 vertices, Enter/double-click finishes (extruded in 3D)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zone-poly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 vertices; close by clicking the first vertex or Enter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dashed ribbon; labeled at its arc-length midpoint; hover shows contents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entrance / exit / poi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marker glyphs ⬆ ⬇ ★, prominent poles in 3D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 to pin the queued product; Esc cancels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Handles, rotation, and the element panel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draws 8 resize handles + a rotation handle; all counter-scaled so they stay 4.5 px at any zoom.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Rotation: drag the handle for free angle, Shift snaps to 15°, press R for 90° steps, or type an exact value in the panel's Rotation (°) field with ↺/↻ buttons.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Shift-click builds a multi-selection; drags and Delete act on the group via move-many.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Outline list gives keyboard access to every element (selection without the mouse) and per-element Lock against accidental drags.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panel edits type, label, colour, X/Y, rotation and shelf meta (bays/levels) — all through the same changeElements history path.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06640" y="160020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9" name="Shape 7"/>
          <p:cNvSpPr/>
          <p:nvPr/>
        </p:nvSpPr>
        <p:spPr>
          <a:xfrm>
            <a:off x="7552944" y="174650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7717536" y="165506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resizeRect is exact for unrotated rects; for rotated rects the opposite edge can drift (local-AABB vs world rotation). Tests pin rot: 0.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06640" y="3063240"/>
            <a:ext cx="4297680" cy="2743200"/>
          </a:xfrm>
          <a:prstGeom prst="roundRect">
            <a:avLst>
              <a:gd name="adj" fmla="val 2000"/>
            </a:avLst>
          </a:prstGeom>
          <a:solidFill>
            <a:srgbClr val="152019"/>
          </a:solidFill>
          <a:ln/>
        </p:spPr>
      </p:sp>
      <p:sp>
        <p:nvSpPr>
          <p:cNvPr id="12" name="Text 10"/>
          <p:cNvSpPr/>
          <p:nvPr/>
        </p:nvSpPr>
        <p:spPr>
          <a:xfrm>
            <a:off x="7607808" y="315468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geometry.ts — rotation field path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07808" y="341071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3465576"/>
            <a:ext cx="389534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setRot = (rot) =&gt; patch({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...el,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geom: { ...g, rot: ((Math.round(rot) % 360) + 360) % 360 },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 render honors it around the rect center: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rotate(${r.rot} ${cx} ${cy})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editor is operable without a mouse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2D Map Editor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326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Cmd/Ctrl+Z · +Shift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undo · redo (labels shown on the button)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rotate the selected rect 90°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/ Backspace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delete selection (element or group)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Arrow keys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nudge by grid (0.25 m); Shift = 1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cancel draft / placement / deselect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finish a polyline or polygon draft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viewer only: focus the search box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targets are guarded — shortcuts never fire while a text field has focus. The Outline list guarantees every element is reachable by keyboard.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gesture, one undo entry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begin/live/push keeps history meaningful no matter how many events a drag fires.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coordinates everywhere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viewport transform at the SVG root; every tool math stays in meters.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 is a background concern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edits flip a flag; a single debounced bulk PUT persists the floor atomically.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limitations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autosave in-flight race and rotated-resize drift are tracked findings, not surprises.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2D Map Editor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2D Map Editor</dc:subject>
  <dc:creator>StoreMap</dc:creator>
  <cp:lastModifiedBy>StoreMap</cp:lastModifiedBy>
  <cp:revision>1</cp:revision>
  <dcterms:created xsi:type="dcterms:W3CDTF">2026-10-16T21:00:05Z</dcterms:created>
  <dcterms:modified xsi:type="dcterms:W3CDTF">2026-10-16T21:00:05Z</dcterms:modified>
</cp:coreProperties>
</file>