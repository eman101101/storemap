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32688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" y="932688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" y="932688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5" name="Text 3"/>
          <p:cNvSpPr/>
          <p:nvPr/>
        </p:nvSpPr>
        <p:spPr>
          <a:xfrm>
            <a:off x="1133856" y="8595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SYSTEMS  ·  09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112745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Storage,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&amp; Infra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57200" y="3611880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B9C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Uploads flow to local disk or Cloudflare R2 behind one interface; Docker + Fly/Railway ship the whole app in one container; Litestream and edge caching round out a $6–20/month production stack.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57200" y="4983480"/>
            <a:ext cx="25443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" y="5760720"/>
            <a:ext cx="25443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0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modes: disk ↔ R2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275838" y="4983480"/>
            <a:ext cx="25443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275838" y="5760720"/>
            <a:ext cx="25443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0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container: app + backups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094476" y="4983480"/>
            <a:ext cx="25443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10s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094476" y="5760720"/>
            <a:ext cx="25443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0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Litestream WAL replication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913114" y="4983480"/>
            <a:ext cx="25443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$6–20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913114" y="5760720"/>
            <a:ext cx="25443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0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/month production cost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8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system series  ·  Media &amp; Deployment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interface, two backends, zero migration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 ·  Media &amp; Deployment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65471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2006194" cy="960120"/>
          </a:xfrm>
          <a:prstGeom prst="roundRect">
            <a:avLst>
              <a:gd name="adj" fmla="val 4762"/>
            </a:avLst>
          </a:prstGeom>
          <a:solidFill>
            <a:srgbClr val="E9F0EA"/>
          </a:solidFill>
          <a:ln w="12700">
            <a:solidFill>
              <a:srgbClr val="D8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27632"/>
            <a:ext cx="182331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bytes ≤ 10 MB, magic-byte checked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09114" y="2034540"/>
            <a:ext cx="219456" cy="0"/>
          </a:xfrm>
          <a:prstGeom prst="line">
            <a:avLst/>
          </a:prstGeom>
          <a:noFill/>
          <a:ln w="19050">
            <a:solidFill>
              <a:srgbClr val="5B6B5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774290" y="1554480"/>
            <a:ext cx="2006194" cy="960120"/>
          </a:xfrm>
          <a:prstGeom prst="roundRect">
            <a:avLst>
              <a:gd name="adj" fmla="val 4762"/>
            </a:avLst>
          </a:prstGeom>
          <a:solidFill>
            <a:srgbClr val="E9F0EA"/>
          </a:solidFill>
          <a:ln w="12700">
            <a:solidFill>
              <a:srgbClr val="D8E0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65730" y="1627632"/>
            <a:ext cx="182331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saveImage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uuid name + ext allowlist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26203" y="2034540"/>
            <a:ext cx="219456" cy="0"/>
          </a:xfrm>
          <a:prstGeom prst="line">
            <a:avLst/>
          </a:prstGeom>
          <a:noFill/>
          <a:ln w="19050">
            <a:solidFill>
              <a:srgbClr val="5B6B5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091379" y="1554480"/>
            <a:ext cx="2006194" cy="960120"/>
          </a:xfrm>
          <a:prstGeom prst="roundRect">
            <a:avLst>
              <a:gd name="adj" fmla="val 4762"/>
            </a:avLst>
          </a:prstGeom>
          <a:solidFill>
            <a:srgbClr val="E9F0EA"/>
          </a:solidFill>
          <a:ln w="12700">
            <a:solidFill>
              <a:srgbClr val="D8E0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82819" y="1627632"/>
            <a:ext cx="182331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Disk or R2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uploadsDir file · R2 key uploads/&lt;name&gt;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43293" y="2034540"/>
            <a:ext cx="219456" cy="0"/>
          </a:xfrm>
          <a:prstGeom prst="line">
            <a:avLst/>
          </a:prstGeom>
          <a:noFill/>
          <a:ln w="19050">
            <a:solidFill>
              <a:srgbClr val="5B6B5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408469" y="1554480"/>
            <a:ext cx="2006194" cy="960120"/>
          </a:xfrm>
          <a:prstGeom prst="roundRect">
            <a:avLst>
              <a:gd name="adj" fmla="val 4762"/>
            </a:avLst>
          </a:prstGeom>
          <a:solidFill>
            <a:srgbClr val="E9F0EA"/>
          </a:solidFill>
          <a:ln w="12700">
            <a:solidFill>
              <a:srgbClr val="D8E0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9909" y="1627632"/>
            <a:ext cx="182331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disk first (legacy), then R2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460382" y="2034540"/>
            <a:ext cx="219456" cy="0"/>
          </a:xfrm>
          <a:prstGeom prst="line">
            <a:avLst/>
          </a:prstGeom>
          <a:noFill/>
          <a:ln w="19050">
            <a:solidFill>
              <a:srgbClr val="5B6B5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725558" y="1554480"/>
            <a:ext cx="2006194" cy="960120"/>
          </a:xfrm>
          <a:prstGeom prst="roundRect">
            <a:avLst>
              <a:gd name="adj" fmla="val 4762"/>
            </a:avLst>
          </a:prstGeom>
          <a:solidFill>
            <a:srgbClr val="E9F0EA"/>
          </a:solidFill>
          <a:ln w="12700">
            <a:solidFill>
              <a:srgbClr val="D8E0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16998" y="1627632"/>
            <a:ext cx="182331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Immutable cache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 are UUIDs — bytes never change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2926080"/>
            <a:ext cx="6766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Switching to R2 is env-driven (four R2_* vars) — no re-upload, no URL changes: /uploads/&lt;name&gt; works in both modes.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PNG / JPEG / WebP only; magic bytes are checked server-side, not just extensions.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Serving sets Content-Type from the extension and streams disk files (buffered only for R2).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" y="4846320"/>
            <a:ext cx="6766560" cy="658368"/>
          </a:xfrm>
          <a:prstGeom prst="roundRect">
            <a:avLst>
              <a:gd name="adj" fmla="val 6944"/>
            </a:avLst>
          </a:prstGeom>
          <a:solidFill>
            <a:srgbClr val="FBEAE3"/>
          </a:solidFill>
          <a:ln/>
        </p:spPr>
      </p:sp>
      <p:sp>
        <p:nvSpPr>
          <p:cNvPr id="23" name="Shape 21"/>
          <p:cNvSpPr/>
          <p:nvPr/>
        </p:nvSpPr>
        <p:spPr>
          <a:xfrm>
            <a:off x="603504" y="4992624"/>
            <a:ext cx="91440" cy="9144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24" name="Text 22"/>
          <p:cNvSpPr/>
          <p:nvPr/>
        </p:nvSpPr>
        <p:spPr>
          <a:xfrm>
            <a:off x="768096" y="4901184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FINDINGS   </a:t>
            </a:r>
            <a:pPr indent="0" marL="0">
              <a:buNone/>
            </a:pPr>
            <a:r>
              <a:rPr lang="en-US" sz="10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name regex allows ".." (a directory read can crash the stream — fix: stat.isFile), and cache headers are set before the 404/R2 path. Both are tracked fixes.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406640" y="1554480"/>
            <a:ext cx="4297680" cy="4572000"/>
          </a:xfrm>
          <a:prstGeom prst="roundRect">
            <a:avLst>
              <a:gd name="adj" fmla="val 1277"/>
            </a:avLst>
          </a:prstGeom>
          <a:solidFill>
            <a:srgbClr val="152019"/>
          </a:solidFill>
          <a:ln/>
        </p:spPr>
      </p:sp>
      <p:sp>
        <p:nvSpPr>
          <p:cNvPr id="26" name="Text 24"/>
          <p:cNvSpPr/>
          <p:nvPr/>
        </p:nvSpPr>
        <p:spPr>
          <a:xfrm>
            <a:off x="7607808" y="1645920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4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lib/storage.js — sendImage (shape)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607808" y="1901952"/>
            <a:ext cx="3895344" cy="0"/>
          </a:xfrm>
          <a:prstGeom prst="line">
            <a:avLst/>
          </a:prstGeom>
          <a:noFill/>
          <a:ln w="9525">
            <a:solidFill>
              <a:srgbClr val="27362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07808" y="1956816"/>
            <a:ext cx="3895344" cy="405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(!/^[A-Za-z0-9._-]+$/.test(name))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false;                // no slashes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res.set('Cache-Control',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'public, max-age=31536000, immutable');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local = path.join(uploadsDir, name);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(fs.existsSync(local)) {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stat = await fsp.stat(local);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res.writeHead(200, { 'Content-Length': … });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fs.createReadStream(local).pipe(res);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true;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(r2Enabled()) {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obj = await r2Get('uploads/' + name);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res.end(Buffer.from(await obj.arrayBuffer()));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 R2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SigV4 by hand — no SDK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 ·  Media &amp; Deployment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65471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66751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r2Put / r2Get sign AWS SigV4 requests with node crypto: canonical request → string-to-sign → HMAC chain (date → region → service → key).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Endpoint: https://&lt;account&gt;.r2.cloudflarestorage.com/&lt;bucket&gt;/uploads/&lt;name&gt; — zero SDK dependencies, matching the project's zero-native-deps rule.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Litestream uses the same credentials via its own S3-compatible config (backend/litestream.yml).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r2.test.mjs pins the signing (canonical request, signed headers, signature) — the requests themselves are untested against live R2.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0" y="1600200"/>
            <a:ext cx="4389120" cy="4480560"/>
          </a:xfrm>
          <a:prstGeom prst="roundRect">
            <a:avLst>
              <a:gd name="adj" fmla="val 1250"/>
            </a:avLst>
          </a:prstGeom>
          <a:solidFill>
            <a:srgbClr val="152019"/>
          </a:solidFill>
          <a:ln/>
        </p:spPr>
      </p:sp>
      <p:sp>
        <p:nvSpPr>
          <p:cNvPr id="9" name="Text 7"/>
          <p:cNvSpPr/>
          <p:nvPr/>
        </p:nvSpPr>
        <p:spPr>
          <a:xfrm>
            <a:off x="7516368" y="1691640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4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lib/r2.js (signing chain)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516368" y="1947672"/>
            <a:ext cx="3986784" cy="0"/>
          </a:xfrm>
          <a:prstGeom prst="line">
            <a:avLst/>
          </a:prstGeom>
          <a:noFill/>
          <a:ln w="9525">
            <a:solidFill>
              <a:srgbClr val="2736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16368" y="2002536"/>
            <a:ext cx="3986784" cy="3968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amzDate = '…yyyymmddThhmmssZ';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dateStamp = amzDate.slice(0, 8);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kDate = hmac('AWS4' + secret, dateStamp);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kRegion = hmac(kDate, 'auto');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kService = hmac(kRegion, 's3');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kSigning = hmac(kService, 'aws4_request');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Authorization: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AWS4-HMAC-SHA256 Credential=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${key}/${dateStamp}/auto/s3/aws4_request,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SignedHeaders=host;x-amz-content-sha256;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x-amz-date,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Signature=${hex(hmac(kSigning, stringToSign))}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image: build the SPA, ship the API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 ·  Media &amp; Deployment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65471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2006194" cy="1005840"/>
          </a:xfrm>
          <a:prstGeom prst="roundRect">
            <a:avLst>
              <a:gd name="adj" fmla="val 4545"/>
            </a:avLst>
          </a:prstGeom>
          <a:solidFill>
            <a:srgbClr val="E9F0EA"/>
          </a:solidFill>
          <a:ln w="12700">
            <a:solidFill>
              <a:srgbClr val="D8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73352"/>
            <a:ext cx="182331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node:22-alpine builds frontend/ (npm ci → vite build)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09114" y="2103120"/>
            <a:ext cx="219456" cy="0"/>
          </a:xfrm>
          <a:prstGeom prst="line">
            <a:avLst/>
          </a:prstGeom>
          <a:noFill/>
          <a:ln w="19050">
            <a:solidFill>
              <a:srgbClr val="5B6B5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774290" y="1600200"/>
            <a:ext cx="2006194" cy="1005840"/>
          </a:xfrm>
          <a:prstGeom prst="roundRect">
            <a:avLst>
              <a:gd name="adj" fmla="val 4545"/>
            </a:avLst>
          </a:prstGeom>
          <a:solidFill>
            <a:srgbClr val="E9F0EA"/>
          </a:solidFill>
          <a:ln w="12700">
            <a:solidFill>
              <a:srgbClr val="D8E0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65730" y="1673352"/>
            <a:ext cx="182331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+ --omit=dev deps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26203" y="2103120"/>
            <a:ext cx="219456" cy="0"/>
          </a:xfrm>
          <a:prstGeom prst="line">
            <a:avLst/>
          </a:prstGeom>
          <a:noFill/>
          <a:ln w="19050">
            <a:solidFill>
              <a:srgbClr val="5B6B5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091379" y="1600200"/>
            <a:ext cx="2006194" cy="1005840"/>
          </a:xfrm>
          <a:prstGeom prst="roundRect">
            <a:avLst>
              <a:gd name="adj" fmla="val 4545"/>
            </a:avLst>
          </a:prstGeom>
          <a:solidFill>
            <a:srgbClr val="E9F0EA"/>
          </a:solidFill>
          <a:ln w="12700">
            <a:solidFill>
              <a:srgbClr val="D8E0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82819" y="1673352"/>
            <a:ext cx="182331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dist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 served by the API process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43293" y="2103120"/>
            <a:ext cx="219456" cy="0"/>
          </a:xfrm>
          <a:prstGeom prst="line">
            <a:avLst/>
          </a:prstGeom>
          <a:noFill/>
          <a:ln w="19050">
            <a:solidFill>
              <a:srgbClr val="5B6B5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408469" y="1600200"/>
            <a:ext cx="2006194" cy="1005840"/>
          </a:xfrm>
          <a:prstGeom prst="roundRect">
            <a:avLst>
              <a:gd name="adj" fmla="val 4545"/>
            </a:avLst>
          </a:prstGeom>
          <a:solidFill>
            <a:srgbClr val="E9F0EA"/>
          </a:solidFill>
          <a:ln w="12700">
            <a:solidFill>
              <a:srgbClr val="D8E0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9909" y="1673352"/>
            <a:ext cx="182331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Litestream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copied from official image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460382" y="2103120"/>
            <a:ext cx="219456" cy="0"/>
          </a:xfrm>
          <a:prstGeom prst="line">
            <a:avLst/>
          </a:prstGeom>
          <a:noFill/>
          <a:ln w="19050">
            <a:solidFill>
              <a:srgbClr val="5B6B5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725558" y="1600200"/>
            <a:ext cx="2006194" cy="1005840"/>
          </a:xfrm>
          <a:prstGeom prst="roundRect">
            <a:avLst>
              <a:gd name="adj" fmla="val 4545"/>
            </a:avLst>
          </a:prstGeom>
          <a:solidFill>
            <a:srgbClr val="E9F0EA"/>
          </a:solidFill>
          <a:ln w="12700">
            <a:solidFill>
              <a:srgbClr val="D8E0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16998" y="1673352"/>
            <a:ext cx="182331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entrypoint.sh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replicate + node src/index.js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017520"/>
            <a:ext cx="6766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HEALTHCHECK hits /api/health every 30 s (wget) — orchestrators and compose both get real liveness.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DATA_DIR=/data declared as a VOLUME — everything stateful (DB + uploads) lives on one mount.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frontend dist is copied from the build stage, so the runtime image never holds dev tooling.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" y="5120640"/>
            <a:ext cx="6766560" cy="658368"/>
          </a:xfrm>
          <a:prstGeom prst="roundRect">
            <a:avLst>
              <a:gd name="adj" fmla="val 6944"/>
            </a:avLst>
          </a:prstGeom>
          <a:solidFill>
            <a:srgbClr val="FBEAE3"/>
          </a:solidFill>
          <a:ln/>
        </p:spPr>
      </p:sp>
      <p:sp>
        <p:nvSpPr>
          <p:cNvPr id="23" name="Shape 21"/>
          <p:cNvSpPr/>
          <p:nvPr/>
        </p:nvSpPr>
        <p:spPr>
          <a:xfrm>
            <a:off x="603504" y="5266944"/>
            <a:ext cx="91440" cy="9144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24" name="Text 22"/>
          <p:cNvSpPr/>
          <p:nvPr/>
        </p:nvSpPr>
        <p:spPr>
          <a:xfrm>
            <a:off x="768096" y="5175504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FINDING   </a:t>
            </a:r>
            <a:pPr indent="0" marL="0">
              <a:buNone/>
            </a:pPr>
            <a:r>
              <a:rPr lang="en-US" sz="10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.dockerignore yet — host node_modules can ride the build context. Also: the entrypoint points Litestream at /app/litestream.yml but the file lands at /app/backend/ (one-line fix, tracked).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406640" y="1600200"/>
            <a:ext cx="4297680" cy="4572000"/>
          </a:xfrm>
          <a:prstGeom prst="roundRect">
            <a:avLst>
              <a:gd name="adj" fmla="val 1277"/>
            </a:avLst>
          </a:prstGeom>
          <a:solidFill>
            <a:srgbClr val="152019"/>
          </a:solidFill>
          <a:ln/>
        </p:spPr>
      </p:sp>
      <p:sp>
        <p:nvSpPr>
          <p:cNvPr id="26" name="Text 24"/>
          <p:cNvSpPr/>
          <p:nvPr/>
        </p:nvSpPr>
        <p:spPr>
          <a:xfrm>
            <a:off x="7607808" y="1691640"/>
            <a:ext cx="3895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4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entrypoint.sh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607808" y="1947672"/>
            <a:ext cx="3895344" cy="0"/>
          </a:xfrm>
          <a:prstGeom prst="line">
            <a:avLst/>
          </a:prstGeom>
          <a:noFill/>
          <a:ln w="9525">
            <a:solidFill>
              <a:srgbClr val="27362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07808" y="2002536"/>
            <a:ext cx="3895344" cy="405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#!/bin/sh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-e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[ -n "$R2_ACCOUNT_ID" ] &amp;&amp; … ; then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echo "[entrypoint] starting litestream"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litestream replicate \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-config /app/litestream.yml &amp;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echo "[entrypoint] backups disabled"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 node src/index.js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FLY.IO — STAGE 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fully-wired deployment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 ·  Media &amp; Deployment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65471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7455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9235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Piece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8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Configuration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83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fly.toml: shared-cpu-2x, force_https, /api/health check every 30 s, auto_start on / auto_stop OFF (backups keep replicating)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Volume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storemap_data mounted at /data — SQLite + uploads; weekly machine snapshots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Secrets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SESSION_SECRET, PUBLIC_BASE_URL, R2_* (media + backups), CF_ZONE_ID / CF_API_TOKEN (purge)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Cloudflare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orange-cloud CNAME; cache rule on /api/public/* (s-maxage 300, SWR); per-store tag purge after edits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$5.90 machine + volume ≈ $0.50 + free tier CDN/R2 → about $6–8/month at launch scale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57607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runbook: docs/DEPLOY.md — accounts, R2 buckets, cache rules, secret list, and the restore drill (litestream restore → sqlite3 count check).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 — RAILWAY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Vercel-like experience (with real volumes)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 ·  Media &amp; Deployment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65471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67665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the GitHub repo → Railway builds the existing Dockerfile unchanged; PORT is injected and already honored.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Mount a volume at /data (the baked-in DATA_DIR) — SQLite + uploads survive every deploy.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Env: NODE_ENV=production, PUBLIC_BASE_URL=&lt;railway domain&gt;, SESSION_SECRET, TRUST_PROXY=true.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scale past one replica — SQLite is single-writer and the volume is region-pinned.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($20/mo, $20 usage credit) is effectively required for production: Hobby caps volumes at 5 GB and has no volume backups. Pro bills on actual usage (~$6–12 for this app) + $1.50/10 GB volume + Pro-only daily/weekly backups with one-click restore.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600200"/>
          <a:ext cx="42976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Platform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83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Verdict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83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Vercel / Netlify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— serverless, no persistent disk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Fly.io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Fully pre-wired (fly.toml); CLI-driven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Railway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Most Vercel-like; Pro fits this app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Render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D2A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Same idea; Starter + disk ≈ $7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09728" cy="109728"/>
          </a:xfrm>
          <a:prstGeom prst="rect">
            <a:avLst/>
          </a:prstGeom>
          <a:solidFill>
            <a:srgbClr val="2F6F3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6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suites on every push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654710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 ·  Media &amp; Deployment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3112" y="654710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3550920" cy="960120"/>
          </a:xfrm>
          <a:prstGeom prst="roundRect">
            <a:avLst>
              <a:gd name="adj" fmla="val 4762"/>
            </a:avLst>
          </a:prstGeom>
          <a:solidFill>
            <a:srgbClr val="E9F0EA"/>
          </a:solidFill>
          <a:ln w="12700">
            <a:solidFill>
              <a:srgbClr val="D8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73352"/>
            <a:ext cx="33680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ci · vitest (91) · vite build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053840" y="2080260"/>
            <a:ext cx="219456" cy="0"/>
          </a:xfrm>
          <a:prstGeom prst="line">
            <a:avLst/>
          </a:prstGeom>
          <a:noFill/>
          <a:ln w="19050">
            <a:solidFill>
              <a:srgbClr val="5B6B5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319016" y="1600200"/>
            <a:ext cx="3550920" cy="960120"/>
          </a:xfrm>
          <a:prstGeom prst="roundRect">
            <a:avLst>
              <a:gd name="adj" fmla="val 4762"/>
            </a:avLst>
          </a:prstGeom>
          <a:solidFill>
            <a:srgbClr val="E9F0EA"/>
          </a:solidFill>
          <a:ln w="12700">
            <a:solidFill>
              <a:srgbClr val="D8E0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10456" y="1673352"/>
            <a:ext cx="33680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ci · node --test (40) · audit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915656" y="2080260"/>
            <a:ext cx="219456" cy="0"/>
          </a:xfrm>
          <a:prstGeom prst="line">
            <a:avLst/>
          </a:prstGeom>
          <a:noFill/>
          <a:ln w="19050">
            <a:solidFill>
              <a:srgbClr val="5B6B5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180832" y="1600200"/>
            <a:ext cx="3550920" cy="960120"/>
          </a:xfrm>
          <a:prstGeom prst="roundRect">
            <a:avLst>
              <a:gd name="adj" fmla="val 4762"/>
            </a:avLst>
          </a:prstGeom>
          <a:solidFill>
            <a:srgbClr val="E9F0EA"/>
          </a:solidFill>
          <a:ln w="12700">
            <a:solidFill>
              <a:srgbClr val="D8E0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2272" y="1673352"/>
            <a:ext cx="33680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8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SPA → Playwright (4 journeys) vs real server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926080"/>
            <a:ext cx="11274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e2e job boots the real Express server on :8901 with a throwaway SQLite and walks shopper + editor journeys.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 reports upload as artifacts on failure (7-day retention).</a:t>
            </a:r>
            <a:endParaRPr lang="en-US" sz="1250" dirty="0"/>
          </a:p>
          <a:p>
            <a:pPr marL="127000" indent="-127000">
              <a:spcAft>
                <a:spcPts val="700"/>
              </a:spcAft>
              <a:buSzPct val="100000"/>
              <a:buChar char="▸"/>
            </a:pPr>
            <a:r>
              <a:rPr lang="en-US" sz="1250" b="1" dirty="0">
                <a:solidFill>
                  <a:srgbClr val="1D2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gap: the e2e job never runs `npm ci` in backend/, so the spawned server cannot find express — the job cannot pass until that one line is added.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4846320"/>
            <a:ext cx="11274552" cy="1371600"/>
          </a:xfrm>
          <a:prstGeom prst="roundRect">
            <a:avLst>
              <a:gd name="adj" fmla="val 4000"/>
            </a:avLst>
          </a:prstGeom>
          <a:solidFill>
            <a:srgbClr val="152019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4937760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94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.github/workflows/ci.yml (e2e job, with the fix)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58368" y="5193792"/>
            <a:ext cx="10872216" cy="0"/>
          </a:xfrm>
          <a:prstGeom prst="line">
            <a:avLst/>
          </a:prstGeom>
          <a:noFill/>
          <a:ln w="9525">
            <a:solidFill>
              <a:srgbClr val="27362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5248656"/>
            <a:ext cx="1087221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Install backend deps        # ← the missing line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working-directory: backend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run: npm ci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Run E2E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working-directory: e2e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FE0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run: npm test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8580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rules this system keeps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78308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234440" y="1764792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interface, two storage modes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A9B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disk and R2 behind saveImage/sendImage; switching is env-only, URLs never change.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234440" y="2724912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stateful on one volume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A9B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+ uploads under /data; back it up and the deployment is fully recoverable.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70332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234440" y="3685032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Backups are part of the container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A9B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Litestream replicates the WAL every 10 s; restore is a documented drill.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BD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234440" y="4645152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deployment math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A9BC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$6–8 on Fly, a flat $20 on Railway Pro — measured, not vibes.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8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StoreMap system series  ·  Media &amp; Deployment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StoreMap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Media &amp; Deployment</dc:subject>
  <dc:creator>StoreMap</dc:creator>
  <cp:lastModifiedBy>StoreMap</cp:lastModifiedBy>
  <cp:revision>1</cp:revision>
  <dcterms:created xsi:type="dcterms:W3CDTF">2026-10-16T21:00:06Z</dcterms:created>
  <dcterms:modified xsi:type="dcterms:W3CDTF">2026-10-16T21:00:06Z</dcterms:modified>
</cp:coreProperties>
</file>