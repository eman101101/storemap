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8595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SYSTEMS  · 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Theming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the UI System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/ dark / system appearance over a CSS token layer, plus the optional Retro 2010s map style — both persisted per device, applied before first paint, and wired through a single React context.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 modes: light · dark · system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75838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75838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design tokens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76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94476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of wrong theme (pre-paint script)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3114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3114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styles: modern · retro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Theming &amp; UI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provider, two preferences, zero server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Theming &amp; UI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85466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240258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ThemeProvider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mode, resolved, mapTheme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88386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53562" y="1600200"/>
            <a:ext cx="2585466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5002" y="1673352"/>
            <a:ext cx="240258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storemap.mode · storemap.mapTheme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4748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49924" y="1600200"/>
            <a:ext cx="2585466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1364" y="1673352"/>
            <a:ext cx="240258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html[data-mode]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every CSS token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81110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6286" y="1600200"/>
            <a:ext cx="2585466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7726" y="1673352"/>
            <a:ext cx="240258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Map3D theme prop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MODERN_THEME / RETRO_THEME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 (light/dark/system) and map style (modern/retro) are independent preferences — a dark UI can run a modern map.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mode subscribes to matchMedia(prefers-color-scheme) and follows the OS live; the resolved value lands in data-mode.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per-device localStorage — no server round-trip, no account coupling; private-mode try/catch falls back gracefully.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06640" y="1600200"/>
            <a:ext cx="4297680" cy="448056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20" name="Text 18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theme.tsx (essentials)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7808" y="2002536"/>
            <a:ext cx="389534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resolved =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 === 'system'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(sysDark ? 'dark' : 'light')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mode;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document.documentElement.dataset.mode = resolved;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[resolved]);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OS-following while in system mode: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mq.addEventListener('change',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(e) =&gt; setSysDark(e.matches));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PAINT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theme is applied before React exists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Theming &amp; UI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inline script in index.html runs before any bundle: it reads storemap.mode (defaulting to system) and sets data-mode synchronously.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it, a dark-mode user would see a white flash on every load — the classic FOUC.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 provider later takes over and keeps the attribute in sync when the user changes preferences.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6675120" cy="2148840"/>
          </a:xfrm>
          <a:prstGeom prst="roundRect">
            <a:avLst>
              <a:gd name="adj" fmla="val 2553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977640"/>
            <a:ext cx="6272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(inline, pre-bundle)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4233672"/>
            <a:ext cx="6272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288536"/>
            <a:ext cx="627278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m = localStorage.getItem('storemap.mode');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dark = m === 'dark' ||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((m === null || m === 'system') &amp;&amp;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matchMedia('(prefers-color-scheme: dark)').matches);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document.documentElement.dataset.mode =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dark ? 'dark' : 'light';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1600200"/>
            <a:ext cx="4297680" cy="448056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13" name="Text 11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 — the token layer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2002536"/>
            <a:ext cx="389534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--bg: #f4f6f1;  --surface: #fff;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--ink: #1d2a20; --line: #e2e7de;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--green: #2f6f3e; …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color-scheme: light;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html[data-mode='dark']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--bg: #10140f;  --surface: #1a201b;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--ink: #e7ede4; --line: #2b352d;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--green: #57a86c; …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color-scheme: dark;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palette, not a filter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Theming &amp; UI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301752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 / surface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#F4F6F1 / #FFF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#10140F / #1A201B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green-black, not pure black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ink / ink-soft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#1D2A20 / #5B6B5F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#E7EDE4 / #9DB0A0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contrast kept ≥ 7:1 on surface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 (brand)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#2F6F3E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#57A86C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lightened for dark backgrounds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glass surfaces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rgba(255,255,255,.95)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rgba(24,30,25,.92)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floating pills over the map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backdrop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#E9ECE5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#151B16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canvas surroundings follow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casing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near-black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keeps the orange line readable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handful of component-specific overrides (error notes, warn chips, modal backdrop) complete the dark theme — everything else flows from the tokens.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color is a token — the sweep rules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Theming &amp; UI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whites and grays were swept to tokens: #fff → var(--surface-solid), rgba(255,255,255,.95) → var(--surface-glass), etc.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exceptions stay literal — e.g. the toggle knob stays light in both modes (it rides colored tracks).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color-scheme switches per mode so form controls and scrollbars follow the theme natively.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Dark-only refinements live in html[data-mode=dark] blocks (error/warn notes, hero gradient, shadows) instead of duplicating whole rules.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rings, selection, scrollbars and ::selection all read tokens — keyboard visibility survives the theme switch.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5029200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517550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508406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CSS may not introduce raw hex colors — add or reuse a token, or the dark theme silently breaks.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0" y="1600200"/>
            <a:ext cx="4297680" cy="448056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12" name="Text 10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in use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2002536"/>
            <a:ext cx="389534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.store-pill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var(--surface-glass);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var(--line);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var(--ink);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.btn.primary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var(--green);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#fff;               /* on-brand, both modes */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html[data-mode='dark'] .warn-note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#2c2416;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border-color: #544424;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#d9b96a;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UI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◐ popover, everywhere the user 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Theming &amp; UI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766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ThemeSettings renders in the top nav (app pages) and inside the viewer's floating bar — one component, two placements.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segmented controls: Appearance (Light · System · Dark) and Map style (Modern · Retro 2010s), wired as radios with aria-checked.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on outside pointerdown and Escape; changes apply instantly — no save button, the provider persists on change.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map-style note explains scope: it applies to the 3D view and is saved per device.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viewer the gear sizes to the 40 px pill grid; on mobile it wraps into the ordered top-bar rows.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600200"/>
            <a:ext cx="4297680" cy="448056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— ViewerPage / Landing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07808" y="2002536"/>
            <a:ext cx="389534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mapTheme } = useTheme();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sceneTheme =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mapTheme === 'retro'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RETRO_THEME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MODERN_THEME;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&lt;Map3D … theme={sceneTheme} /&gt;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retro switch rebuilds scene faces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BSP from the memoized theme dep —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change is instant and complete.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STYLE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 2010s — the optional look, by request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Theming &amp; UI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per the design doc (DESIGN-RETRO-3D.md): saturated blue gradient sky (no sun), warm parchment floor, punchy lighting.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Two-tone gloss splits every fixture side into a sunlit band and shaded base; contact shadows offset away from the light.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gets a gloss strip + dashed centerline; labels switch to warm halo + dark outline + cream text; a vignette sits under the overlay.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 when off: the theme object defaults to MODERN, and pinned tests keep the classic face counts and colors exact.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846320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499262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49011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retro effects are polygon-based (two-tone fills, shadow decals, gradient backdrop) — no Canvas filters, so the engine's 60 fps budget holds in both themes.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0" y="1600200"/>
            <a:ext cx="4297680" cy="448056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12" name="Text 10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switch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2002536"/>
            <a:ext cx="389534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RETRO_THEME: MapTheme =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floorFill: '#e9dcba',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gridFill:  '#d6c69a',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skyTop:    '#7cb2e2',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skyBottom: '#e6f0f9',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light: { x: -0.45, y: -0.42, z: 0.78 },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ambient: 0.42,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diffuse: 0.58,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retro: true,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builder takes the theme as an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optional last arg — MODERN default.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Theming rules this system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176479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not colors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stylesheet speaks in CSS variables; modes are one attribute flip.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72491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paint correctness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pre-bundle script means the right theme from byte zero.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368503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style is data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retro/modern is a theme object threaded through the renderer — no UI branching.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64515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Per-device by design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 is a device preference, not account state; private mode degrades silently.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Theming &amp; UI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StoreMap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Theming &amp; UI</dc:subject>
  <dc:creator>StoreMap</dc:creator>
  <cp:lastModifiedBy>StoreMap</cp:lastModifiedBy>
  <cp:revision>1</cp:revision>
  <dcterms:created xsi:type="dcterms:W3CDTF">2026-10-16T21:00:45Z</dcterms:created>
  <dcterms:modified xsi:type="dcterms:W3CDTF">2026-10-16T21:00:45Z</dcterms:modified>
</cp:coreProperties>
</file>